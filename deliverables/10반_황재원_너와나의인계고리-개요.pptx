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문구: '근무표는 누가 나오는지까지만 말합니다. 그 다음 고리가 비어 있습니다.'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28장. 배점이 큰 곳은 06(데이터모델 20)·07(API 20)이다.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 정의를 그대로 읽는다. '하지 않는 것'을 먼저 말해 범위를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발표에서 '없다'라고 말하지 않는다. '조사 범위에서 확인하지 못했다'로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것을 근거와 함께 말하는 것은 감점이 아니다. 채점 기준이 정합성이기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'받았다는 기록이 없다'가 핵심 문장. '기록이 없다'가 아니다 —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차별점이다. 전제가 무너진 것을 숨기지 않고 철회로 기록했다고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액터 2명. 인증은 외부 시스템 가정이라 이 설계의 범위 밖이다.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이 없으면 액팅이 차지가 받은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불가능해서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존재해야 한다. 점선 4개가 두 Actor 를 잇는 지점이다.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수간호사 쪽만 떼어낸 그림. 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점선이 '두 섬을 잇는 다리'다. 인계 전달만 간호사↔간호사(서로 다른 사람)라는 점을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8 이 간호사의 유일한 진입점이다. 두 방향이 한 화면에 보이는 것이 '고리'의 그림이다.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상태를 설계했다는 것 자체가 읽기 3단을 분리한 근거다.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'담당 환자 배정'이 아니라 '인계 담당 지정'이다. 이름을 바꾼 이유는 8장에서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I-PASS 의 read-back. 단순 ack(received_at)와 receiver_summary 를 가르는 지점이다.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숫자의 근거로 내려갈 수 있어야 한다. 미확인 인계만 새 오퍼레이션이고 나머지는 재사용이다.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6 의 '잔여 담당 N건'은 API 가 막지 않기로 한 것을 화면이 대신 보여주는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엔티티 12개는 권장(6~9)의 의도적 예외다. 팀·인계 담당·템플릿 항목이 각각 이유를 갖는다.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것을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append-only 의 비용을 같이 적는 것이 '설계 고민'의 증거다.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change_type 하나가 네 FK 의 유효 조합을 결정한다. 사유는 한 번 입력하고 세 번(이관이 여럿이면 그 이상) 복사된다.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11개의 진입·조회·저장·상태 전이를 먼저 세어 25개 트리거를 만들고, 재사용을 빼 24 오퍼레이션이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 계산은 '편의'가 아니라 '규칙을 한 곳에 두는 것'이다. 클라이언트가 정하면 규칙이 흩어진다.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둘을 섞으면 화면이 무엇을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것이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 5번은 '향후 개선'으로 이어서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554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너와나의인계고리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77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BD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근무표가 끝나는 지점에서 시작한다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0"/>
            <a:ext cx="822960" cy="27432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200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 교대근무 인계·배정 웹서비스   ·   AI 웹서비스 미니프로젝트   ·   10반 황재원   ·   2026.09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1234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개요 · 배경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84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24712" y="1984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↔ Solution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7340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" y="27340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액터 · 권한 · 기능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24712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UI 흐름도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1234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93792" y="1234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UI 흐름 (11화면)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1984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93792" y="1984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 (12 테이블)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0" y="27340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93792" y="27340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(24 오퍼레이션)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93792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고민 · 한계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개요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문장 정의 · 핵심 가치 · 범위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42416"/>
            <a:ext cx="2566416" cy="1078992"/>
          </a:xfrm>
          <a:prstGeom prst="roundRect">
            <a:avLst>
              <a:gd name="adj" fmla="val 339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" y="1133856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49224" y="1371600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교대근무 병동의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88792" y="1042416"/>
            <a:ext cx="2566416" cy="1078992"/>
          </a:xfrm>
          <a:prstGeom prst="roundRect">
            <a:avLst>
              <a:gd name="adj" fmla="val 339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35096" y="1133856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언제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435096" y="1371600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교대 때 인계를 주고받고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결원으로 바뀐 배정을 다시 맞출 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74664" y="1042416"/>
            <a:ext cx="2566416" cy="1078992"/>
          </a:xfrm>
          <a:prstGeom prst="roundRect">
            <a:avLst>
              <a:gd name="adj" fmla="val 339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20968" y="1133856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불편한가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220968" y="1371600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인계를 누가 받아 이해했는지 남는 기록이 없고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배정이 바뀌면 여러 곳에 다시 알려야 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2249424"/>
            <a:ext cx="8138160" cy="841248"/>
          </a:xfrm>
          <a:prstGeom prst="roundRect">
            <a:avLst>
              <a:gd name="adj" fmla="val 4348"/>
            </a:avLst>
          </a:prstGeom>
          <a:solidFill>
            <a:srgbClr val="E4F3F0"/>
          </a:solidFill>
          <a:ln w="12700">
            <a:solidFill>
              <a:srgbClr val="1F8A7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" y="2322576"/>
            <a:ext cx="7735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서비스로 — 누가 무엇을 맡았고 무엇을 주고받았는지 확인하고, 그 기록을 남길 수 있다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04088" y="2651760"/>
            <a:ext cx="7735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가치 — 근무표가 끝나는 지점에서 시작한다. 누가 나오는지까지만 말하는 근무표에, 누가 인계를 맡았고 누가 받아 확인했는지를 붙여 한 줄로 잇는다.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2186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 않는 것   </a:t>
            </a:r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 자동 생성  ·  실제 EMR 연동  ·  실제 환자 개인정보  ·  임상적 판단/추천  ·  교육 일정/급여/알람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산출물 3종 — 개요 PDF · API.yml (OAS 3.0.3) · DB.dbml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 — 무엇이 비어 있나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범위에서 '확인하지 못한 것'과 '확인한 것'을 구분한다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조사한 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직접 경쟁 후보 13건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(국내 12 + 일본 개발 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확정 근무 → 당일 역할 → 구조화 인계 → 결원 재배정을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하나의 흐름으로 연결한 사례는 확인하지 못했다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[B] 제품 공식 페이지·앱스토어 설명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해외 사례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Epic "Art" — 교대 노트 AI 생성·배정 제안 (미국 EHR 내장)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ShiftSBAR — 개인용 SBAR 변환 (병동 단위 배정·수신 확인 없음)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[B] Epic 공식 포스트 · 제품 페이지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건강정보 처리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민감정보로 제한되지만 별도 동의·법령 근거가 있으면 처리 가능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EMR 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교대 인계 전용 워크플로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미확정 — 인증기준·공개자료에서 확인하지 못했다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("없다"는 뜻이 아니다)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[D] 미검증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이유가 "법적으로 불가능"이 아니라 비용(동의 설계·접근 통제·병원 승인·EMR 연동 책임)이라는 것은 우리의 해석이다 — 등급을 붙이지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범위와 한계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 말하고 시작한다 — 이 설계가 무엇을 근거로 하는가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337881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3378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대상은 병동 1곳이다.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종합병원 병동 1곳의 운영 방식을 기준으로 설계했다. [C]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035683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312861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3128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035683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표본은 현직 간호사 1명(편의표본)이다.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"간호사 일반의 의견"이 아니라 "현직 간호사 1명을 대상으로 한 탐색적 확인"이다. [C]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010662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3287839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2878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3010662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병동마다 운영이 다르다는 것도 같은 인터뷰에서 확인했다.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차지 전담 채용 등 — 병동별 운영 차이는 이번 범위 밖으로 명시했다. [C]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85641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4262818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E4D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2628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985641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사실 주장에 등급을 붙였다.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[A] 원문 확인 / [B] 2차 출처 / [C] 현직 간호사 1명 인터뷰 / [D] 전언·미검증. 등급 없는 문장은 우리의 설계 판단이다.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↔ Solution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· 해결 · 기능이 1:1 로 붙는다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005840"/>
                <a:gridCol w="3749040"/>
                <a:gridCol w="274320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 (현상과 원인)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(팀 차지)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인계를 누가 받아 이해했는지 확인하는 기록이 없다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확인 기록 시스템이 없다 — 인계 내용 자체는 전산에 남는다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참여자 표현: "그날 듀티에서 차지하는 사람이 듣는 게 당연한 구조"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팀 차지가 병동 공통 필수 항목으로 작성하고,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다음 근무 팀 차지가 핵심 내용을 자기 말로 정리해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확인 처리한다 — 누가 언제 받았는지가 남는다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3A0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결원이 생기면 변경을 여러 곳에 다시 알려야 하고,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최신 배정도 변경 이력도 남지 않는다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원인 — 엑셀을 고치고 메신저로 재공지하기 때문 [D]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화면에서 바로 재배정하고, 바뀐 배정이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당사자 화면에 그대로 보이며,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변경 사유와 이력이 함께 남는다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1("출근해서야 역할을 안다")은 인터뷰로 철회했다 → 다음 장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철회한 가설 — 인터뷰가 무너뜨린 것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설계를 세 번 줄였고, 줄인 이유가 전부 인터뷰에 있다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291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1일차에 적었던 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인터뷰 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설계에 미친 영향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철회 [C] — 월말 전에 팀장이 정하고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이후 간호사끼리 바꾼다 (사전 배정 + 사후 교환)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 1 삭제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F-02·F-03 은 기반 기능으로 내림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좁힘 — 내용은 남는다.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"받았다는 기록이 없다"가 맞다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F-04 의 초점이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receiver_summary 로 이동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"역할별 인계 템플릿이 필요하다"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반증 [C] — 인계는 차지가 받고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액팅은 옆에서 같은 인계를 듣는다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F-06 이 병동 공통 템플릿으로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축소 (role_type_id 제거)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해석 오류였다 — 인계장(카덱스)과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의무기록은 분리돼 있다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전제가 사라짐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액터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 경계가 곧 권한 경계다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범위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제공 기능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병동의 근무·역할·인계 담당 배정 책임자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자신이 관리하는 ward 전체를 읽는다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확정 근무 등록 / 역할·인계 담당 배정 / 병동 인계 항목 정의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재배정 / 변경 이력 조회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3A0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근무·역할은 shift_assignment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우리 팀 환자는 inpatient_stay.team_id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담당은 handover_assignment 기준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근무·역할·우리 팀 환자 확인 / 배정 변경 확인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(인계 담당 차지) 인계 작성 · 수신 + 핵심 내용 요약 확인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(액팅) 우리 팀 인계 열람 / 내 인계 이력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다른 병동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접근 금지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 — 403 으로 답한다 (404 가 아니다)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— 읽기 3단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권한이 자기 기능을 막지 않게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743200"/>
                <a:gridCol w="4937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단계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읽기 대상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 기준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병동 전체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user_type = HEAD_NURSE  +  users.ward_id 일치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내가 인계 담당인 입원 건과 그 인계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shift_assignment 에 달린 handover_assignment (status = ACTIVE)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우리 팀 환자와 그 인계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인계의 from/to 근무가 내 ACTIVE 근무와 같은 병동·날짜·근무조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같은 팀 + sent_at 있음   (DRAFT 는 작성자 전용)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쓰기는 더 좁다 — 작성은 from 당사자, 요약·확인은 to 당사자만. 결원·이관된 수신자는 받을 수 없다(403)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F-01 ~ F-06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전부 최소 1개 화면·API 에 연결된다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63240"/>
                <a:gridCol w="2148840"/>
                <a:gridCol w="777240"/>
                <a:gridCol w="1554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거부 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확정 근무 등록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 / 409 중복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날짜별 역할 · 인계 담당 배정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 / 409 / 422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배정 · 변경 확인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 / 403 타인 조회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3A0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구조화 인계 작성 + 수신자 요약 확인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 — 차지 작성 / 다음 차지 확인 / 액팅 열람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· 10 · 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 당사자 아님 · 422 필수·요약 미입력 · 409 재확인·퇴원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등록 → 재배정 → 대체 완료 확인 + 이력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 대체자 없이 완료 · 409 재확인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병동 인계 항목 정의 (F-04 템플릿의 출처)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 간호사 쓰기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F-04 ↔ Pain 2  ·  F-05 ↔ Pain 3  ·  나머지 넷은 기반 기능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UI 흐름도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로그인에서 갈라지는 두 갈래 · 화면 이동(실선)과 데이터 반영(점선)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4572" y="1024128"/>
            <a:ext cx="5314856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실선 = 같은 사용자의 화면 이동   ·   점선 = 데이터·상태가 상대 Actor 화면에 반영됨   ·   화면 11개 전부가 이 그림에 있다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흐름 (1/2) — 수간호사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 등록 → 역할·인계 담당 배정 → 결원 재배정 → 변경 이력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6403" y="1024128"/>
            <a:ext cx="4691194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배정은 저장 즉시 반영된다 — 게시·승인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흐름 (2/2) — 간호사 · Actor 간 연결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근무·역할 → 인계 작성 → 인계 수신·요약 확인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7593" y="1024128"/>
            <a:ext cx="5468814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전달은 앞 근무 팀 차지 → 다음 근무 팀 차지   ·   같은 팀 액팅은 열람만 한다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1 · 8 — 로그인과 간호사 진입점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간호사는 자기 근무에서 시작한다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52550"/>
            <a:ext cx="3968496" cy="26566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174236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1_login_main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인증은 외부 시스템 가정 — 이 설계의 범위 밖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1340739"/>
            <a:ext cx="3968496" cy="248031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672584" y="4174236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8_myshift_nurse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받은 인계(앞 근무→나) / 보낸 인계(나→다음 근무) 두 열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담당이 0건이어도 근무·역할은 보인다 (읽기 3단 분리)   ·   액팅에게는 작성 버튼이 없다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8 — 빈 상태 3종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있을 때 무엇을 보여주는가가 설계다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909" y="1024128"/>
            <a:ext cx="5332182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 없음 / 역할 배정 대기 / 인계 담당 미지정 — 빈 화면 대신 "다음에 할 일"을 적는다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4 — 역할 · 인계 담당 배정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팀이 환자를 공동 담당한다. 여기서 정하는 것은 인계 담당이다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2262" y="1024128"/>
            <a:ext cx="5859475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역할은 고르는 즉시 저장된다(PATCH) — 저장 버튼이 없다   ·   인계 담당 기본값은 그 근무의 팀 차지이지만 역할로 강제하지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9 · 10 — 인계 작성과 수신 확인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2 가 해결되는 지점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123" y="1042416"/>
            <a:ext cx="3206090" cy="30769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174236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9_handover_write_nurse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 공통 필수 항목 · 미작성이면 넘길 수 없다 (422)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381" y="1042416"/>
            <a:ext cx="3238901" cy="30769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672584" y="4174236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10_handover_receive_nurse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읽은 것만으로는 확인이 아니다 — 자기 말로 요약해야 확인 (422)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받는 사람은 서버가 고른다(같은 입원 건의 다음 근무 담당)   ·   확인이 끝나면 보낸 사람 화면에 수신자 요약이 되돌아온다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2 · 3 · 5 — 수간호사 진입점과 기반 화면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대시보드의 숫자는 전부 근거 목록으로 펼쳐진다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35857"/>
            <a:ext cx="2578608" cy="18900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2_dashboard_manager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"인계 미작성 N건"은 넣지 않았다 — 셀 근거가 없다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696" y="1775079"/>
            <a:ext cx="2578608" cy="16116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82696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3_shift_register_manager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역할은 여기서 정하지 않는다 · 지원 근무 허용</a:t>
            </a:r>
            <a:endParaRPr lang="en-US" sz="1050" dirty="0"/>
          </a:p>
        </p:txBody>
      </p:sp>
      <p:pic>
        <p:nvPicPr>
          <p:cNvPr id="10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1758963"/>
            <a:ext cx="2578608" cy="164386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62472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5_handover_template_manager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선택이 없다 · 고쳐도 기존 인계는 안 바뀐다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 타일 4개는 각각 근거 목록으로 펼쳐진다 — 드릴다운은 기존 조회 API 를 재사용한다 (같은 데이터를 두 번 정의하지 않는다)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6 · 7 · 11 — 결원 재배정과 이력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3 가 해결되는 지점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52753"/>
            <a:ext cx="2578608" cy="22562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6_reassign_manager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4단계 + 잔여 인계 담당 경고 — 가드가 못 보는 것을 화면이 보여준다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696" y="1182357"/>
            <a:ext cx="2578608" cy="279707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82696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7_change_history_manager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사유는 한 번만 입력하고 서버가 복사한다</a:t>
            </a:r>
            <a:endParaRPr lang="en-US" sz="1050" dirty="0"/>
          </a:p>
        </p:txBody>
      </p:sp>
      <p:pic>
        <p:nvPicPr>
          <p:cNvPr id="10" name="Image 2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1775079"/>
            <a:ext cx="2578608" cy="161163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62472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11_handover_history_nurse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는 읽기 전용이고 미확인 집계에서 빠진다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 완료는 자동 판정이 아니라 사람의 확인 기록이다 — 다만 근거 없는 확인은 422 로 막는다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 — ERD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테이블 · 7 Enum · FK 23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29597"/>
            <a:ext cx="8138160" cy="18512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M:N 은 handover_assignment 하나로 해소   ·   상태·유형값은 Enum, 단 role_type 은 병동이 값을 추가하므로 테이블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설계 포인트 ① — 이름이 뜻을 바꿨다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care_assignment → handover_assignment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19352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5B6B7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19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1일차 전제: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"환자의 개인 담당자"를 지정하는 테이블로 설계했다.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798625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195727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9572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798625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인터뷰가 뒤집었다 [C]: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팀이 환자를 공동 담당한다 — 개인 ↔ 환자 배정 행위가 현장에 없다.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536546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69519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695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536546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정의: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 근무에서 이 입원 건의 인계를 작성·수신할 차지를 지정하는 경로". 행 수가 (팀 인원 × 환자 수)에서 (환자 수)로 줄었다.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274466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433115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4331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274466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팀의 환자 범위는 여기가 아니다: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inpatient_stay.team_id 로 따로 표현한다. 그래야 액팅도 우리 팀 인계를 읽을 수 있다(읽기 3단 ③).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012387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17103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E4D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1710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012387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역할로 강제하지 않는다: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차지 결원 시 누가 올라가는지 확인되지 않았다. 확인되지 않은 운용을 DB 가 금지하면 안 된다.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이름만 바꾼 것이 아니다 — DBML · 기능표 · 화면 문구 · API 응답 필드 7곳이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설계 포인트 ② — 과거 인계는 불변이다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· 스냅샷 · SUPERSEDED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4038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40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담당은 덮어쓰지 않는다: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handover_assignment 는 REPLACED 로 보존하고 새 행을 만든다.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84068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020367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020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84068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항목은 스냅샷이다: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handover_item 은 템플릿을 복사한다. 수간호사가 템플릿을 고쳐도 이미 쓴 인계는 바뀌지 않는다.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620670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80035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800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620670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수신자가 결원되면: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덮어쓰지 않고 SUPERSEDED 로 보존 + 후속 인계를 같은 트랜잭션에서 발행한다(superseded_by_handover_id). 비면 422 — 인계가 끊긴 채 종결되는 것을 막는다.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40065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58033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5803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40065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→ SUPERSEDED 는 금지(409):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확인까지 끝난 인계는 닫힌 고리다. 그 뒤의 담당 변경은 인계 실패가 아니라 정상 교대다.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8063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603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E4D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60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18063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대가도 적는다: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남긴 행은 여전히 유효한 ID 라서, 읽기·쓰기·선택 세 곳에서 "이 행이 현재인가"를 검사해야 한다.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설계 포인트 ③ — 결원 이력은 두 층위다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 자리와 인계 담당은 다른 층이다 · 담당 0건 결원도 이력이 남아야 한다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85800"/>
                <a:gridCol w="640080"/>
                <a:gridCol w="868680"/>
                <a:gridCol w="822960"/>
                <a:gridCol w="3108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change_type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from_shift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to_shift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from_handover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to_handover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언제 생기는가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ABSENCE_REGISTERED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등록 — 사람이 사유를 쓰는 유일한 지점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SUBSTITUTE_ASSIGNED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대체자 배정 (사유는 서버가 복사)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HANDOVER_OWNER_TRANSFERRED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입원 건마다 1행 — 인계는 SUPERSEDED + 후속 발행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COVER_CONFIRMED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 완료로 확인 — 사람의 확인 기록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액팅 결원은 담당이 항상 0건이다(팀 공동 담당) → 3행만 남는다   ·   다형성 FK 를 쓰지 않은 이유: FK 제약을 걸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명세 — OAS 3.0.3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오퍼레이션 · 21 경로 · 스펙 에러 0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2986" y="1024128"/>
            <a:ext cx="3418027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먼저 설계하고 paths 를 붙였다   ·   Security Schemes 는 평가 제외라 작성하지 않았다(인증은 외부 시스템 가정)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포인트 ① — 요청에서 받지 않는 값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계산 7개 · 클라이언트가 정하면 깨지는 것들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5074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왜 서버가 정하는가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인계의 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요청이 주면 임의의 과거·미래 근무로 보낼 수 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→ 같은 입원 건의 시간상 다음 ACTIVE 담당, 없으면 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change_reason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사람이 쓰는 지점은 결원 등록 하나뿐. 나머지는 복사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사유가 갈리면 한 결원 건의 이력을 이어서 못 읽는다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is_handover_owner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incoming / outgoing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 버튼(작성 · 확인 · 열람)을 서버가 판정한다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SUPERSEDED 는 제외 — 원본과 후속 중 어디에 버튼을 걸지 정해야 한다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060704"/>
            <a:ext cx="278892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52160" y="37673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/handovers — 요청 본문에 to 가 없다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화면이 요청 본문에 넣는 식별자는 반드시 어떤 조회 API 의 응답 필드여야 한다 — 이 규칙이 없어 생긴 구멍을 검증 단계에서 잡았다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포인트 ② — 상태 전이가 오류 코드를 만든다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 와 422 를 섞지 않는다</a:t>
            </a:r>
            <a:endParaRPr lang="en-US" sz="11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51206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코드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뜻하는가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설계에서의 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미인증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모든 오퍼레이션의 기본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권한 없음 — 리소스는 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타 병동 접근 · 당사자 아님 · 액팅의 작성 시도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결원·이관된 수신자의 확인 시도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리소스 없음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존재하지 않는 ID. 타 병동을 404 로 숨기지 않았다 — 둘을 합치지 않는다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 전이 금지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재확인 · SUPERSEDED 에 쓰기 · 퇴원(CLOSED) 건 신규 인계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같은 사람·같은 날·같은 근무조 중복 등록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입력 부족 · 가드 불충족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 항목 미작성 · 요약 미입력 · 대체자 없이 완료 확인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다음 근무의 인계 담당이 아직 없음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handover: DRAFT → SENT → CONFIRMED  ·  DRAFT/SENT → SUPERSEDED  (CONFIRMED → SUPERSEDED 는 409)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고민 — 택한 안과 버린 안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원칙을 벗어난 결정만 적는다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4038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40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대시보드는 화면 전용 집계 API 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리소스를 합친다. 나누면 화면이 4번 요청하고 집계 규칙(대체 전 결원 · 미확인 = SENT)이 클라이언트로 흩어진다.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84068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020367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020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84068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드릴다운은 기존 조회 API 를 재사용한다.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명단은 F-01 조회가 이미 돌려주는 값이다. 전용 API 를 또 만들면 같은 데이터를 두 곳에서 정의하게 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620670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80035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800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620670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열람 기록(received_at)을 GET 과 분리했다.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에 부작용을 넣으면 수간호사·액팅의 열람까지 수신 기록이 된다 — read-back 의 뜻이 깨진다.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40065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58033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5803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40065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잔여 담당은 API 가 아니라 화면이 막는다.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이관하지 않는 것이 정상인 경우가 있다(그 사이 퇴원 등). 대신 화면이 "남은 담당 N건"을 보여주고 사람이 판단한다.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8063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603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60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18063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 병동은 403 으로 답한다.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가 더 방어적이지만, 권한 경계를 명시적으로 드러내는 쪽을 택했다. 미결로 끌면 OAS·점검이 함께 흔들린다.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 — 정직하게 적는다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범위 밖으로 둔 것과 그 이유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4038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40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EMR 연동이 없다.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의무기록은 EMR, 이 설계는 인계장(카덱스) 계층만 다룬다. 대체가 성립하는지는 검증 전이다 — 병행 운용이면 이중 입력이 남는다.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84068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020367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020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84068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요약의 품질은 검사하지 않는다.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 검사만 한다. 성의 없는 한 글자도 CONFIRMED 가 된다. 남기는 것은 "누가 언제 자기 말로 적었는가"까지다.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620670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80035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800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620670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차지가 작성 요청을 무시해도 막지 못한다.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액팅 의견의 제안·채택·거부 이력은 범위 밖이다.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40065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58033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5803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40065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표본이 1명이다.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 화면은 1명 검증, 수간호사 화면은 가설이다. 과거 인계의 액팅 열람도 범위 밖(team_id 는 현재 소속이라 과거 판정이 부정확).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8063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603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5B6B7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60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18063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향후 — 감사 로그 · 팀원 명단 · 전체 배정 변경 이력.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access_log 는 이번 모델에 없다. 같은 근무 팀원이 "오늘 우리 팀 차지가 누구인가"를 보는 화면도 없다. 역할만 바뀐 변경은 이력에 남지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마무리 — 이 설계를 어떻게 검증했는가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판단의 근거가 전부 기록으로 남아 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2566416" cy="1371600"/>
          </a:xfrm>
          <a:prstGeom prst="roundRect">
            <a:avLst>
              <a:gd name="adj" fmla="val 26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" y="1152144"/>
            <a:ext cx="2273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1명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9224" y="1572768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9224" y="1810512"/>
            <a:ext cx="2273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종합병원 병동 1곳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병동마다 다르다는 것도 같은 인터뷰에서 확인 [C]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88792" y="1060704"/>
            <a:ext cx="2566416" cy="1371600"/>
          </a:xfrm>
          <a:prstGeom prst="roundRect">
            <a:avLst>
              <a:gd name="adj" fmla="val 26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35096" y="1152144"/>
            <a:ext cx="2273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572768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1810512"/>
            <a:ext cx="2273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AI 리뷰 + 자체 정합성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전제가 무너진 것 4개를 철회로 기록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74664" y="1060704"/>
            <a:ext cx="2566416" cy="1371600"/>
          </a:xfrm>
          <a:prstGeom prst="roundRect">
            <a:avLst>
              <a:gd name="adj" fmla="val 26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20968" y="1152144"/>
            <a:ext cx="2273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220968" y="1572768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동작 검증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20968" y="1810512"/>
            <a:ext cx="2273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 데이터 데모로 23행의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필드와 OAS 의 차집합 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596896"/>
            <a:ext cx="8138160" cy="1225296"/>
          </a:xfrm>
          <a:prstGeom prst="roundRect">
            <a:avLst>
              <a:gd name="adj" fmla="val 2985"/>
            </a:avLst>
          </a:prstGeom>
          <a:solidFill>
            <a:srgbClr val="E4F3F0"/>
          </a:solidFill>
          <a:ln w="12700">
            <a:solidFill>
              <a:srgbClr val="1F8A7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2688336"/>
            <a:ext cx="7735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"국내 종합병원 병동 1곳의 운영 방식을 기준으로 설계했다. 현직 간호사 1명 인터뷰로 확인했으며,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병동마다 운영이 다르다는 것도 같은 인터뷰에서 확인했다."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04088" y="3163824"/>
            <a:ext cx="7735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"공식 의무기록은 EMR 이 맡고, 교대 인계 메모는 그와 분리되어 관리된다.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서비스는 그 인계 메모 계층을 대상으로 작성 주체 · 수신 확인 · 변경 경로를 기록한다."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근무표가 끝나는 지점에서 시작한다 —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4D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574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7432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10반 황재원   ·   너와나의인계고리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1</cp:revision>
  <dcterms:created xsi:type="dcterms:W3CDTF">2026-09-16T07:32:02Z</dcterms:created>
  <dcterms:modified xsi:type="dcterms:W3CDTF">2026-09-16T07:32:02Z</dcterms:modified>
</cp:coreProperties>
</file>