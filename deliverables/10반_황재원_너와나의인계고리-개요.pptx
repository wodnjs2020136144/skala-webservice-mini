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ln w="28575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4" y="1234440"/>
            <a:ext cx="457200" cy="457200"/>
          </a:xfrm>
          <a:prstGeom prst="ellipse">
            <a:avLst/>
          </a:prstGeom>
          <a:ln w="28575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너와나의인계고리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3467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교대근무 인계·배정 웹서비스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SKALA 4기 AI 웹서비스 미니프로젝트   10반 황재원   2026. 9.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불편했고 어떻게 풀었나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쓰고, 어디까지 보나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화면마다 도는 API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나눈 방법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24개와 막는 규칙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고민한 것, 못 한 것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배점이 큰 곳은 06 데이터 모델(20)과 07 API(20)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언제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불편했나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09600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28600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" y="2286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맡았고, 무엇을 주고받았는지가 남는다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" y="263347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제출물 3종: 개요 PDF, API 명세(.yml), 데이터 모델(.dbml)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먼저, 단어 다섯 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24128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듀티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024128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하루를 셋으로 나눈 근무. 데이(D), 이브닝(E), 나이트(N). 8시간씩 교대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3461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34617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734617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44510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5106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2445106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15559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155594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3155594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86608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866083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3866083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비슷한 서비스는 없었나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찾아본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비슷한 서비스 13건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(국내 12, 일본 1)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법으로 막혀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병원 전산에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전용 화면이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[D] 미검증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있는 이유는 법이 아니라 비용(동의 설계, 접근 통제, 병원 승인)이라고 본다. 우리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52144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1152144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방식이 기준 [C]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5854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058543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2058543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한 분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"간호사들이 다 그렇다"가 아니라 한 분께 확인한 내용 [C]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649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964942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2964942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차지만 하는 간호사를 따로 두는 병원도 있다고 한다. 그 차이는 이번 범위 밖 [C]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71341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71341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871341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주장마다 출처 등급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[A] 원문 확인, [B] 2차 출처, [C] 인터뷰로 확인, [D] 아직 검증 못 함. 등급이 없으면 우리 판단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불편했던 것, 푼 방법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(차지)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남는 기록이 없다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처음에 적었던 불편 하나("출근해서야 역할을 안다")는 인터뷰에서 사실이 아닌 걸로 확인돼 뺐다. 다음 장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 뒤에 뺀 것 네 가지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처음에 적었던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그래서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 항목에서 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남는다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전제가 사라짐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사람. 다른 병동 사람은 못 들어온다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쓰는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맡은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 사람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아무것도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볼 수 있는 범위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갈래. 권한이 자기 일을 막지 않게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판단 기준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수간호사는 병동 전체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소속 병동이면 전부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 여섯 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화면과 API 가 붙어 있다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막힐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확정된 근무표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403, 409, 입력 모자람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남의 배정 조회는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읽기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9, 10, 11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재확인·퇴원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6, 7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F-06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로그인에서 두 갈래. 실선은 화면 이동, 점선은 데이터가 넘어가는 길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7466" y="1097280"/>
            <a:ext cx="5129068" cy="35341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 → 역할·담당 정하기 → 결원 재배정 → 바뀐 내역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396" y="1097280"/>
            <a:ext cx="4527207" cy="35341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 → 인계 쓰기 → 인계 받고 요약해서 확인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3178" y="1097280"/>
            <a:ext cx="5277644" cy="35341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화면들을 읽는 법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번호가 붙은 곳이 실제로 API 가 도는 자리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1280160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280160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1762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2176272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초록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2176272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7238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46704"/>
            <a:ext cx="310896" cy="310896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3072384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F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파랑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072384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첫 화면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근무, 우리 팀 환자, 받은 인계와 보낼 인계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23058" y="148559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23058" y="148559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064459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4459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597554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97554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16806" y="2290267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16806" y="229026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쓰기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비면 넘길 수 없다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0681" y="1115568"/>
            <a:ext cx="3623951" cy="35158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50681" y="1115568"/>
            <a:ext cx="362395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64289" y="197357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064289" y="197357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756571" y="1523277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56571" y="15232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363825" y="43420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3825" y="43420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820149" y="204735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20149" y="204735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받기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써야 확인이 된다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144" y="1115568"/>
            <a:ext cx="3661024" cy="35158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32144" y="1115568"/>
            <a:ext cx="3661024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35316" y="15875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35316" y="15875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809443" y="37926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09443" y="37926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399741" y="43298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99741" y="43298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745214" y="415505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45214" y="41550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재배정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사람이 판단하는 자리와 시스템이 막는 자리를 나눴다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757" y="1115568"/>
            <a:ext cx="3789797" cy="35158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67757" y="1115568"/>
            <a:ext cx="3789797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05769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05769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46638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46638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22434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2434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035497" y="228548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5497" y="22854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첫 화면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숫자를 누르면 그 숫자의 근거로 내려간다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326" y="1115568"/>
            <a:ext cx="4796661" cy="35158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4326" y="1115568"/>
            <a:ext cx="479666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7351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97351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360049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60049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319381" y="16021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19381" y="16021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82080" y="160553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82080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역할과 인계 담당 정하기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여기서 정하는 건 인계를 맡을 사람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78001" y="169682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78001" y="16968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896819" y="209580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96819" y="209580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35019" y="209245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35019" y="20924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870448" y="1152144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77840" y="228752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77840" y="237896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77840" y="237896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870448" y="2324100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77840" y="3459480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550920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77840" y="35509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870448" y="3496056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pic>
        <p:nvPicPr>
          <p:cNvPr id="6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3550"/>
            <a:ext cx="2535936" cy="1584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9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2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709192"/>
            <a:ext cx="2535936" cy="1633677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059424" y="1709192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2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pic>
        <p:nvPicPr>
          <p:cNvPr id="6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35714"/>
            <a:ext cx="2535936" cy="27806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35714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9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2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46016"/>
            <a:ext cx="2535936" cy="176002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059424" y="1646016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데이터, 핵심 여섯 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한 건이 만들어져 확인되기까지 거치는 표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15568"/>
            <a:ext cx="2774757" cy="35158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16005" y="1152144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616005" y="1994535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16005" y="2031111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16005" y="2873502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16005" y="2910078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616005" y="3752469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16005" y="3789045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전체는 12개. 다음 장은 자세히 볼 그림이 아니라 규모를 보는 지도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12개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자세히 읽는 그림이 아니라 얼마나 나뉘어 있는지 보는 지도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9141"/>
            <a:ext cx="8046720" cy="183043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52144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1152144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처음엔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 한 명에 담당 간호사 한 명을 붙이는 표를 만들었다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84434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844345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1844345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인터뷰에서 뒤집혔다 [C]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"이 환자는 이 간호사 담당"이라고 정하는 행위 자체가 현장에 없었다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365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365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25365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뜻을 바꿨다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287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287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2287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팀이 보는 환자 범위는 다른 곳에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입원 건에 팀을 붙였다. 그래야 옆에서 같이 듣는 액팅도 우리 팀 인계를 읽을 수 있다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92094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920947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3920947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않았다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바뀌어도 옛 줄을 안 지운다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'이관됨'으로 표시하고 새 줄을 만든다. 그날 누가 맡았는지가 기록이라서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항목은 복사본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수간호사가 병동 양식을 고쳐도 이미 쓴 인계의 항목은 그대로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사람이 못 나오게 되면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확인까지 끝난 인계는 안 건드린다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대가도 같이 적었다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기록은 두 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자리가 빈 것과, 맡고 있던 인계가 넘어간 것은 다른 일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빠진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대신 선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넘긴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언제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명세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24개, 주소 21개, 명세 오류 0</a:t>
            </a:r>
            <a:endParaRPr lang="en-US" sz="1150" dirty="0"/>
          </a:p>
        </p:txBody>
      </p:sp>
      <p:pic>
        <p:nvPicPr>
          <p:cNvPr id="7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2727" y="1097280"/>
            <a:ext cx="3298546" cy="35341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공통 응답 형태를 정하고 주소를 붙였다.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화면에서 보이던 주소가 그대로 명세의 주소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배정 보드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조회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교체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재배정 진입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15568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바뀐 내역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근무, 우리 팀 환자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인계 이력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작성 시작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9·10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상세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넘기기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열람 기록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요약 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처리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미확인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대시보드 집계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일부러 요청에서 안 받는 값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정하게 두면 깨지는 것들</a:t>
            </a:r>
            <a:endParaRPr lang="en-US" sz="11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값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왜 서버가 정하나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받을 사람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사유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 버튼 판정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8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15568"/>
            <a:ext cx="2743200" cy="2651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852160" y="1115568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85216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막을 때 주는 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막는 이유가 다르면 답도 달라야 한다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안 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요청의 기본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404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그런 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422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보낸 내용이 모자라다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대시보드만 화면 전용 API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군데 데이터를 합친다. 나누면 화면이 네 번 요청하고, 세는 규칙이 화면 쪽으로 흩어진다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펼쳐 보는 목록은 기존 API 를 다시 쓴다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명단은 근무 조회가 이미 돌려주는 값. 또 만들면 같은 데이터가 두 곳에 정의된다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기록은 조회와 따로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조회에 붙이면 수간호사나 액팅이 봐도 '받았다'가 된다. 그러면 확인의 뜻이 깨진다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남은 인계는 시스템이 막지 않는다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병동은 403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로 숨기는 게 더 방어적이지만, 권한 경계를 분명히 드러내는 쪽을 골랐다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병원 전산(EMR)과 연결이 없다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성의 있게 썼는지는 못 본다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인계를 안 써도 못 막는다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"이건 적어 주세요"라고 한 걸 반영했는지 이력으로 남기는 건 범위 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확인해 준 분이 한 명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화면은 한 분께 확인받았고, 수간호사 화면은 아직 가설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앞으로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접근 기록, 팀원 명단, 역할 교환 이력. 누가 뭘 열어봤는지 남기는 기록이 없고, 같은 근무 팀원이 "오늘 우리 팀 차지가 누구인지" 보는 화면도 없다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확인했나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502920" cy="0"/>
          </a:xfrm>
          <a:prstGeom prst="line">
            <a:avLst/>
          </a:prstGeom>
          <a:noFill/>
          <a:ln w="19050">
            <a:solidFill>
              <a:srgbClr val="1F8A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다르다는 것도 같은 분께 [C]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2232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32232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600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50/50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600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65176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23697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ln w="28575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4" y="1691640"/>
            <a:ext cx="457200" cy="457200"/>
          </a:xfrm>
          <a:prstGeom prst="ellipse">
            <a:avLst/>
          </a:prstGeom>
          <a:ln w="28575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10반 황재원   너와나의인계고리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1</cp:revision>
  <dcterms:created xsi:type="dcterms:W3CDTF">2026-09-16T08:36:34Z</dcterms:created>
  <dcterms:modified xsi:type="dcterms:W3CDTF">2026-09-16T08:36:34Z</dcterms:modified>
</cp:coreProperties>
</file>