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발표 시작 문구: '근무표는 누가 나오는지까지만 말합니다. 그 다음 고리가 비어 있습니다.'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docs/02 T1에서 그대로 가져온다. Q1 답에 따라 '오늘의 근무 배정' 구절만 조인다.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인용문은 동의받은 것만. '참여자는 ~라고 말했다' 형태로. docs/05 §2-0 동의 절차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문헌 수치는 신중히. 40.2분·만족도 5.8%는 쓰지 않는다(docs/03 §4-4). 연도를 붙일 수 있는 것만.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Pain의 원인은 아직 [D] 표기 상태. 인터뷰 후 확정한 것만 단정형으로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 of scope를 명시하는 것 자체가 스코프 판단의 증거다. 왜 뺐는지 한 줄씩.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표는 docs/02 T3 그대로.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access_log는 범위 밖임을 각주로. 403 vs 404 결정을 반영할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'현재 후보 6개'라는 표현을 유지. 인터뷰 반증 시 조정한다는 각주.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존재해야 한다. 1/2와 2/2가 합쳐 전체 흐름이다.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점선이 '두 섬을 잇는 다리'라는 차별점 주장을 그림으로 보여주는 장치다.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범례를 화면 파트 맨 앞에 두면 이후 7장이 전부 읽힌다. 참고자료 우수 산출물의 핵심 기법.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흐름도에서 점선 하나로 뭉개진 부분. DRAFT→SENT→CONFIRMED 상태 전이와 퇴원 건 409가 여기서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mockups/1_login_main.html 캡처 → assets/1_login_main.png. 폭 1440px 고정, 흰 배경.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mockups/8_myshift_nurse.html 캡처 → assets/8_myshift_nurse.png. 폭 1440px 고정, 흰 배경.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mockups/4_assignment_board_manager.html 캡처 → assets/4_assignment_board_manager.png. 폭 1440px 고정, 흰 배경.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mockups/9_handover_write_nurse.html 캡처 → assets/9_handover_write_nurse.png. 폭 1440px 고정, 흰 배경.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mockups/10_handover_receive_nurse.html 캡처 → assets/10_handover_receive_nurse.png. 폭 1440px 고정, 흰 배경.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mockups/6_reassign_manager.html 캡처 → assets/6_reassign_manager.png. 폭 1440px 고정, 흰 배경.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mockups/나머지 화면.html 캡처 → assets/나머지 화면.png. 폭 1440px 고정, 흰 배경.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dbdiagram.io 에러 0 확인 후 그 화면을 그대로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포인트에 '왜 다른 안을 택하지 않았는가'를 한 줄씩. T6-b가 재료.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editor.swagger.io 에러 0 확인 후 캡처. Security Schemes는 평가 제외이므로 작성하지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전용 조회 API를 둔 기준도 함께.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버린 안과 그 이유를 적는 것이 채택안만 적는 것보다 강하다.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검증에서 나왔지만 뺀 것을 여기 적으면 '판단했다'는 증거가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너와나의인계고리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4231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BD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근무표가 끝나는 지점에서 시작한다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2971800"/>
            <a:ext cx="822960" cy="27432"/>
          </a:xfrm>
          <a:prstGeom prst="rect">
            <a:avLst/>
          </a:prstGeom>
          <a:solidFill>
            <a:srgbClr val="FB8C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2461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웹 서비스 설계 Mini-project  ·  10반 황재원  ·  2026.09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1234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개요 · 기획 배경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842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984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24712" y="19842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 ↔ Solution · 서비스 범위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7340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734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24712" y="27340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액터 · 권한 · 기능 정의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24712" y="34838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UI 흐름도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0" y="1234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93792" y="1234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화면별 UI 흐름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0" y="19842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0" y="1984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93792" y="19842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모델 (ERD)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0" y="27340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0" y="2734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93792" y="27340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명세 (OAS)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93792" y="34838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상의 고민 · 향후 개선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개요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문장 정의 · 핵심 가치 · 주요 기능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15568"/>
            <a:ext cx="8138160" cy="3570732"/>
          </a:xfrm>
          <a:prstGeom prst="roundRect">
            <a:avLst>
              <a:gd name="adj" fmla="val 512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298448"/>
            <a:ext cx="7680960" cy="320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채울 것 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한 문장 (work/A_주제확정.md A-2) + 핵심 가치 한 줄 + 주요 기능 5개 아이콘 행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배경 — 현장에서 본 것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교대 근무 병동의 실제 불편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15568"/>
            <a:ext cx="8138160" cy="3570732"/>
          </a:xfrm>
          <a:prstGeom prst="roundRect">
            <a:avLst>
              <a:gd name="adj" fmla="val 512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298448"/>
            <a:ext cx="7680960" cy="320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채울 것 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관찰한 불편 3가지 (역할을 모르고 출근 / 재조정 부담 / 역할별 인계 차이)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오늘 밤 인터뷰에서 받은 인용문 1~2줄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배경 — 현황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근무표가 말하지 않는 것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15568"/>
            <a:ext cx="8138160" cy="3570732"/>
          </a:xfrm>
          <a:prstGeom prst="roundRect">
            <a:avLst>
              <a:gd name="adj" fmla="val 512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298448"/>
            <a:ext cx="7680960" cy="320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채울 것 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확정 근무 1건이 흩어지는 경로 다이어그램 (docs/03 §5)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엑셀 → 카톡 → 개인 앱 재입력 → 화이트보드 → 종이 인계장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 ↔ Solution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문제와 해결의 1:1 대응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15568"/>
            <a:ext cx="8138160" cy="3570732"/>
          </a:xfrm>
          <a:prstGeom prst="roundRect">
            <a:avLst>
              <a:gd name="adj" fmla="val 512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298448"/>
            <a:ext cx="7680960" cy="320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채울 것 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3 ↔ Solution 3 대응 표 (docs/02 T2)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행에 연결 기능 ID(F-02·F-03 / F-04 / F-05) 표기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범위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하는 것과 하지 않는 것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15568"/>
            <a:ext cx="8138160" cy="3570732"/>
          </a:xfrm>
          <a:prstGeom prst="roundRect">
            <a:avLst>
              <a:gd name="adj" fmla="val 512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298448"/>
            <a:ext cx="7680960" cy="320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채울 것 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좌: 핵심 기능 5개  /  우: Out of scope 5개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근무표 자동생성 · EMR 연동 · 실제 환자정보 · 임상 판단 · 교육/급여/알람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액터 정의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간호사 · 수간호사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15568"/>
            <a:ext cx="8138160" cy="3570732"/>
          </a:xfrm>
          <a:prstGeom prst="roundRect">
            <a:avLst>
              <a:gd name="adj" fmla="val 512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298448"/>
            <a:ext cx="7680960" cy="320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채울 것 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표 — 구분 / 역할·권한 / 상세 제공 기능 (docs/02 T3)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 규칙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읽기 3단 · 쓰기는 더 좁게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15568"/>
            <a:ext cx="8138160" cy="3570732"/>
          </a:xfrm>
          <a:prstGeom prst="roundRect">
            <a:avLst>
              <a:gd name="adj" fmla="val 512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298448"/>
            <a:ext cx="7680960" cy="320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채울 것 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읽기: 간호사=care_assignment / 수간호사=ward 전체 / 타 병동=차단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쓰기: 인계 작성=from 당사자, 요약 입력=to 당사자, 배정=해당 병동 수간호사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 정의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F-01 ~ F-06  (F-06 = 역할별 인계 항목 정의, 수간호사)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15568"/>
            <a:ext cx="8138160" cy="3570732"/>
          </a:xfrm>
          <a:prstGeom prst="roundRect">
            <a:avLst>
              <a:gd name="adj" fmla="val 512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298448"/>
            <a:ext cx="7680960" cy="320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채울 것 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 6개 표 — ID / 기능명 / Actor / 담당 화면 / 거부 코드 (docs/02 T4)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F-06은 F-04가 쓰는 템플릿의 출처 — Actor가 달라 분리했다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UI 흐름도 (1/2) — 수간호사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 등록 → 역할·담당 배정 → 결원 재배정 → 변경 이력</a:t>
            </a:r>
            <a:endParaRPr lang="en-US" sz="1200" dirty="0"/>
          </a:p>
        </p:txBody>
      </p:sp>
      <p:pic>
        <p:nvPicPr>
          <p:cNvPr id="6" name="Image 0" descr="flow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4626" y="1097280"/>
            <a:ext cx="4394747" cy="35707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75945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실선 = 같은 사용자의 화면 이동   ·   점선 = 데이터·상태가 간호사 화면에 반영됨 (2/2로 이어짐)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UI 흐름도 (2/2) — 간호사 · Actor 간 연결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근무·역할 → 인계 작성 → 인계 수신·요약 확인</a:t>
            </a:r>
            <a:endParaRPr lang="en-US" sz="1200" dirty="0"/>
          </a:p>
        </p:txBody>
      </p:sp>
      <p:pic>
        <p:nvPicPr>
          <p:cNvPr id="6" name="Image 0" descr="flow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9805" y="1097280"/>
            <a:ext cx="4344391" cy="35707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75945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점선 3개가 두 Actor를 잇는다 — 배정 반영 · 재배정 반영 · 필수 항목 적용   ·   인계 전달은 앞번↔뒷번 서로 다른 간호사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주석 범례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이후 화면 슬라이드는 이 규칙으로 읽는다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8138160" cy="731520"/>
          </a:xfrm>
          <a:prstGeom prst="roundRect">
            <a:avLst>
              <a:gd name="adj" fmla="val 375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08760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43A04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50876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13258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이동 — 이 버튼을 누르면 어디로 가는가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2286000"/>
            <a:ext cx="8138160" cy="731520"/>
          </a:xfrm>
          <a:prstGeom prst="roundRect">
            <a:avLst>
              <a:gd name="adj" fmla="val 375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468880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C628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4688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빨강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22860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호출 API 및 기능 설명 — GET /assignments/my 처럼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246120"/>
            <a:ext cx="8138160" cy="731520"/>
          </a:xfrm>
          <a:prstGeom prst="roundRect">
            <a:avLst>
              <a:gd name="adj" fmla="val 375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429000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1565C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34290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파랑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324612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모달 · 예외 · 특이사항 — 오류 팝업, 권한 거부, 상태 전이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 전달 흐름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앞번 → 뒷번  ·  요약 입력 후 확인 처리 요청 → 검증 → CONFIRMED</a:t>
            </a:r>
            <a:endParaRPr lang="en-US" sz="1200" dirty="0"/>
          </a:p>
        </p:txBody>
      </p:sp>
      <p:pic>
        <p:nvPicPr>
          <p:cNvPr id="6" name="Image 0" descr="handover_s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4291" y="1143000"/>
            <a:ext cx="4195418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로그인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1_login_main  ·  공통 진입. 사번·비밀번호 · 로그인 실패 처리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8138160" cy="3543300"/>
          </a:xfrm>
          <a:prstGeom prst="roundRect">
            <a:avLst>
              <a:gd name="adj" fmla="val 516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680960" cy="3177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목업 캡처 붙여넣기 ]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캡처 후 주석: 초록=화면 이동 / 빨강=호출 API / 파랑=예외·모달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근무 · 역할 · 담당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8_myshift_nurse  ·  간호사 진입점. ★ Q1 답에 따라 상단 구성이 갈린다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8138160" cy="3543300"/>
          </a:xfrm>
          <a:prstGeom prst="roundRect">
            <a:avLst>
              <a:gd name="adj" fmla="val 516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680960" cy="3177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목업 캡처 붙여넣기 ]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캡처 후 주석: 초록=화면 이동 / 빨강=호출 API / 파랑=예외·모달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담당 환자 배정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4_assignment_board_manager  ·  수간호사. 날짜×근무조 보드에 역할·담당 배정 · 저장 즉시 반영(게시 상태 없음)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8138160" cy="3543300"/>
          </a:xfrm>
          <a:prstGeom prst="roundRect">
            <a:avLst>
              <a:gd name="adj" fmla="val 516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680960" cy="3177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목업 캡처 붙여넣기 ]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캡처 후 주석: 초록=화면 이동 / 빨강=호출 API / 파랑=예외·모달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 작성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9_handover_write_nurse  ·  역할별 필수 항목 체크리스트 · 미작성 경고 · 퇴원 건 차단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8138160" cy="3543300"/>
          </a:xfrm>
          <a:prstGeom prst="roundRect">
            <a:avLst>
              <a:gd name="adj" fmla="val 516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680960" cy="3177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목업 캡처 붙여넣기 ]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캡처 후 주석: 초록=화면 이동 / 빨강=호출 API / 파랑=예외·모달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 수신 · 요약 확인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10_handover_receive_nurse  ·  ★ 요약 입력 → 확인 처리 요청 → 검증 → CONFIRMED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8138160" cy="3543300"/>
          </a:xfrm>
          <a:prstGeom prst="roundRect">
            <a:avLst>
              <a:gd name="adj" fmla="val 516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680960" cy="3177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목업 캡처 붙여넣기 ]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캡처 후 주석: 초록=화면 이동 / 빨강=호출 API / 파랑=예외·모달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결원 재배정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6_reassign_manager  ·  대체자 선택 · 변경 사유 필수 · 근무 충돌 경고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8138160" cy="3543300"/>
          </a:xfrm>
          <a:prstGeom prst="roundRect">
            <a:avLst>
              <a:gd name="adj" fmla="val 516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680960" cy="3177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목업 캡처 붙여넣기 ]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캡처 후 주석: 초록=화면 이동 / 빨강=호출 API / 파랑=예외·모달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 · 근무 등록 · 항목 관리 · 이력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 화면  ·  2 · 3 · 5 · 7 · 11 — 2장씩 묶어 배치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8138160" cy="3543300"/>
          </a:xfrm>
          <a:prstGeom prst="roundRect">
            <a:avLst>
              <a:gd name="adj" fmla="val 516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680960" cy="3177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목업 캡처 붙여넣기 ]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캡처 후 주석: 초록=화면 이동 / 빨강=호출 API / 파랑=예외·모달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모델 (ERD)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11개 엔티티 · M:N은 care_assignment 하나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15568"/>
            <a:ext cx="8138160" cy="3570732"/>
          </a:xfrm>
          <a:prstGeom prst="roundRect">
            <a:avLst>
              <a:gd name="adj" fmla="val 512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298448"/>
            <a:ext cx="7680960" cy="320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dbdiagram.io 렌더 화면 캡처 붙여넣기 ]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모델 — 핵심 설계 포인트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이렇게 설계했는가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15568"/>
            <a:ext cx="8138160" cy="3570732"/>
          </a:xfrm>
          <a:prstGeom prst="roundRect">
            <a:avLst>
              <a:gd name="adj" fmla="val 512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298448"/>
            <a:ext cx="7680960" cy="320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채울 것 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care_assignment — 근무↔입원건 M:N 해소, append-only(status)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handover의 from/to — 누가 누구에게, 과거 인계 불변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handover_receipt — ack가 아니라 receiver_summary (I-PASS)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patient 마스터 미보유 — patient_ref_code 외부 참조만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명세 (OAS 3.0.3)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우선 설계 · 화면 단위 전용 API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15568"/>
            <a:ext cx="8138160" cy="3570732"/>
          </a:xfrm>
          <a:prstGeom prst="roundRect">
            <a:avLst>
              <a:gd name="adj" fmla="val 512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298448"/>
            <a:ext cx="7680960" cy="320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Swagger Editor 렌더 화면 캡처 붙여넣기 ]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— 핵심 설계 포인트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인터페이스 설계 근거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15568"/>
            <a:ext cx="8138160" cy="3570732"/>
          </a:xfrm>
          <a:prstGeom prst="roundRect">
            <a:avLst>
              <a:gd name="adj" fmla="val 512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298448"/>
            <a:ext cx="7680960" cy="320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채울 것 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components → paths 순서로 설계, $ref 재사용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공통 에러 응답 400/401/403/404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권한 3단을 401/403으로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상태 전이 — 퇴원(CLOSED) 건 인계 작성 409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상의 고민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택한 안과 버린 안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15568"/>
            <a:ext cx="8138160" cy="3570732"/>
          </a:xfrm>
          <a:prstGeom prst="roundRect">
            <a:avLst>
              <a:gd name="adj" fmla="val 512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298448"/>
            <a:ext cx="7680960" cy="320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채울 것 — T6-b 예외 기록을 그대로 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변경 이력: 덮어쓰기(폐기) / append-only+status(채택) / 완전 temporal(미채택)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환자 식별 최소화와 그 한계 (개인정보보호법 제23조)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역할별 항목은 1:N — 억지 M:N을 만들지 않은 이유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403 vs 404 선택 근거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47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7432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향후 개선 사항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7315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범위 밖으로 둔 것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15568"/>
            <a:ext cx="8138160" cy="3570732"/>
          </a:xfrm>
          <a:prstGeom prst="roundRect">
            <a:avLst>
              <a:gd name="adj" fmla="val 512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1298448"/>
            <a:ext cx="7680960" cy="320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채울 것 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EMR 연동 (입원·병상·환자 참조값)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보안 감사 로그 (access_log)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폐쇄형 인계 — 질문·수정 요청까지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교대근무 연동 직무교육 신청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사용자 검증에서 나온 요구 (스코프 초과분)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4D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031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7889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10반 황재원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너와나의인계고리 — 프로젝트 기술서</dc:title>
  <dc:subject>PptxGenJS Presentation</dc:subject>
  <dc:creator>황재원</dc:creator>
  <cp:lastModifiedBy>황재원</cp:lastModifiedBy>
  <cp:revision>1</cp:revision>
  <dcterms:created xsi:type="dcterms:W3CDTF">2026-09-15T07:44:48Z</dcterms:created>
  <dcterms:modified xsi:type="dcterms:W3CDTF">2026-09-15T07:44:48Z</dcterms:modified>
</cp:coreProperties>
</file>