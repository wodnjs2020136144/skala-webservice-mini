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2" r:id="rId43"/>
    <p:sldId id="293" r:id="rId44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5.xml"/><Relationship Id="rId44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50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인계고리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웹서비스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미니프로젝트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판교캠퍼스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10반 P345 황재원   2026. 9.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altLang="ko-KR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불편했고 어떻게 풀었나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쓰고, 어디까지 보나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화면마다 도는 API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나눈 방법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24개와 막는 규칙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고민한 것, 못 한 것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알아야 할 단어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듀티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24128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3461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4617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34617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44510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45106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445106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15559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55594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155594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608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66083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866083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비슷한 서비스는 없었나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찾아본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(국내 12, 일본 1)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법으로 막혀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병원 전산에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전용 화면이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[D] 미검증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있는 이유는 법이 아니라 비용(동의 설계, 접근 통제, 병원 승인)이라고 본다. </a:t>
            </a:r>
            <a:r>
              <a:rPr lang="ko-KR" alt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</a:t>
            </a: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방식이 기준 [C]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5854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8543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058543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한 분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"간호사들이 다 그렇다"가 아니라 한 분께 확인한 내용 [C]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49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64942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964942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차지만 하는 간호사를 따로 두는 병원도 있다고 한다. 그 차이는 이번 범위 밖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1341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71341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871341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주장마다 출처 등급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[A] 원문 확인, [B] 2차 출처, [C] 인터뷰로 확인, [D] 아직 검증 못 함. 등급이 </a:t>
            </a:r>
            <a:r>
              <a:rPr lang="en-US" sz="1050" dirty="0" err="1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없으면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ko-KR" alt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판단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불편했던 것, 푼 방법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27432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(차지)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남는 기록이 없다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 뒤에 뺀 것 네 가지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처음에 적었던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그래서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 항목에서 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남는다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전제가 사라짐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쓰나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사람. 다른 병동 사람은 못 들어온다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쓰는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맡은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 사람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아무것도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볼 수 있는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갈래. 권한이 자기 일을 막지 않게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수간호사는 병동 전체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소속 병동이면 전부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52425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396" y="1097280"/>
            <a:ext cx="4527207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178" y="1097280"/>
            <a:ext cx="5277644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화면들을</a:t>
            </a: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읽는 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1280160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32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280160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1762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2176272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4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2176272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7238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46704"/>
            <a:ext cx="310896" cy="310896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3072384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5F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파랑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3072384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근무, 우리 팀 환자, 받은 인계와 보낼 인계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23058" y="148559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23058" y="14855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4459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97554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290267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6806" y="229026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근무와 역할, 우리 팀 환자를 한 번에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왼쪽은 앞 근무에서 나에게 온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오른쪽은 내가 다음 근무로 넘길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화면으로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숫자를 누르면 그 숫자의 근거로 내려간다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26" y="1115568"/>
            <a:ext cx="479666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4326" y="1115568"/>
            <a:ext cx="479666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7351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97351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60049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60049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19381" y="16021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9381" y="16021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82080" y="160553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82080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누가 나오는지. 누르면 명단이 펼쳐진다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맡았는지, 역할별로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확인 안 된 인계. 누르면 어느 건인지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목록은 접지 않고 항상 보인다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역할과 인계 담당 정하기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여기서 정하는 건 인계를 맡을 사람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8001" y="169682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8001" y="16968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09580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96819" y="209580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09245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5019" y="20924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52144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고르는 즉시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8752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0" y="237896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237896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324100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근무에서 누가 어느 입원 건의 인계를 맡을지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459480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77840" y="3550920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577840" y="35509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496056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담당을 더한다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1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1_login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3550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709192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709192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 정하기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2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7_change_history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5714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35714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바뀐 내역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인계 이력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646016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46016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있을 때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</a:t>
            </a: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12개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자세히 읽는 그림이 아니라 얼마나 나뉘어 있는지 보는 지도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49141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처음엔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 한 명에 담당 간호사 한 명을 붙이는 표를 만들었다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434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44345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844345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인터뷰에서 뒤집혔다 [C]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"이 환자는 이 간호사 담당"이라고 정하는 행위 자체가 현장에 없었다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365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365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365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뜻을 바꿨다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287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287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287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팀이 보는 환자 범위는 다른 곳에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입원 건에 팀을 붙였다. 그래야 옆에서 같이 듣는 액팅도 우리 팀 인계를 읽을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2094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920947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920947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않았다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바뀌어도 옛 줄을 안 지운다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'이관됨'으로 표시하고 새 줄을 만든다. 그날 누가 맡았는지가 기록이라서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항목은 복사본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수간호사가 병동 양식을 고쳐도 이미 쓴 인계의 항목은 그대로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사람이 못 나오게 되면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확인까지 끝난 인계는 안 건드린다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대가도 같이 적었다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기록은 두 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자리가 빈 것과, 맡고 있던 인계가 넘어간 것은 다른 일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291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빠진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대신 선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넘긴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언제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명세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24개, 주소 21개, 명세 오류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727" y="1097280"/>
            <a:ext cx="3298546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공통 응답 형태를 정하고 주소를 붙였다.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화면에서 보이던 주소가 그대로 명세의 주소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배정 보드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조회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교체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재배정 진입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15568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바뀐 내역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근무, 우리 팀 환자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인계 이력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작성 시작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9·10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상세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넘기기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열람 기록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요약 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처리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미확인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대시보드 집계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일부러 요청에서 안 받는 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정하게 두면 깨지는 것들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5029200" cy="17221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값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왜 서버가 정하나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받을 사람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사유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 버튼 판정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15568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15568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521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42443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대시보드만 화면 전용 API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군데 데이터를 합친다. 나누면 화면이 네 번 요청하고, 세는 규칙이 화면 쪽으로 흩어진다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펼쳐 보는 목록은 기존 API 를 다시 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명단은 근무 조회가 이미 돌려주는 값. 또 만들면 같은 데이터가 두 곳에 정의된다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기록은 조회와 따로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조회에 붙이면 수간호사나 액팅이 봐도 '받았다'가 된다. 그러면 확인의 뜻이 깨진다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인계는 시스템이 막지 않는다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병동은 403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로 숨기는 게 더 방어적이지만, 권한 경계를 분명히 드러내는 쪽을 골랐다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병원 전산(EMR)과 연결이 없다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성의 있게 썼는지는 못 본다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인계를 안 써도 못 막는다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"이건 적어 주세요"라고 한 걸 반영했는지 이력으로 남기는 건 범위 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확인해 준 분이 한 명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화면은 한 분께 확인받았고, 수간호사 화면은 아직 가설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앞으로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접근 기록, 팀원 명단, 역할 교환 이력. 누가 뭘 열어봤는지 남기는 기록이 없고, 같은 근무 팀원이 "오늘 우리 팀 차지가 누구인지" 보는 화면도 없다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08  고민과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써 본 사람의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현직 간호사 1명이 데모를 직접 써 봤다. 대면, 편의표본, 과제 형식은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1521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화면은 설명 없이 읽혔다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"한눈에 인계를 확인할 수 있어서 좋았다" [C]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간호사 화면 = 확인 1명. 수간호사 화면은 여전히 가설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44344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8443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443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현장 규칙 세 개가 설계와 맞았다 [C]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인계는 차지가 쓰고 액팅은 건드리지 않는다 · 작성한 본인만, 넘기기 전까지만 고친다, 수간호사도 예외 없음 → 우리 403·409 그대로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지운 기록이 문제 된 적이 있다. 차지가 "필요 없겠다" 싶어 지운 기록이 나중에 중요했다 → 우리 설계엔 지우는 동작이 없고 지난 인계는 남는다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536545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36545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536545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설계와 다른 점 하나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현장은 같은 병동이면 인계 열람에 권한이 없다. 우리는 같은 팀·같은 근무로 좁혔다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넓히는 건 판정 조건 한 줄이고 데이터 구조는 그대로. 보완으로 둔다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28746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28746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228746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이중 작성은 지금도 있다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EMR 에 적은 걸 카덱스에 또 적는 건 당연한 일로 여긴다. "카덱스 대신 통합적으로 작용한다면 쓰겠다"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이중 입력 우려는 풀렸다. 대체는 "통합"이 조건인 긍정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920947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920947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920947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가장 먼저 요청한 것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인계해 준 사람에게 질문을 보내고, 알림이 가고, 답이 돌아오는 것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데이터 모델에 "③ closed-loop, 범위 밖"으로 적어 둔 그 자리. 다음 순서 1번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참여자는 이렇게 말했다. "간호사들은 이렇다"가 아니다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08  고민과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그 다음에 할 수 있는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요청 14건을 우리 데이터 기준으로 나누면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1521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52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왜 이 묶음인가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44752"/>
            <a:ext cx="8046720" cy="0"/>
          </a:xfrm>
          <a:prstGeom prst="line">
            <a:avLst/>
          </a:prstGeom>
          <a:ln w="12700">
            <a:solidFill>
              <a:srgbClr val="1F8A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17904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8A7E"/>
                </a:solidFill>
                <a:latin typeface="Apple SD Gothic Neo"/>
              </a:rPr>
              <a:t>지금 데이터에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8A7E"/>
                </a:solidFill>
                <a:latin typeface="Apple SD Gothic Neo"/>
              </a:rPr>
              <a:t>바로 붙는다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517904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질문과 답변 (인계 1건에 스레드로)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의사 보고 양식 SBAR (인계 항목과 같은 구조, 양식 한 벌 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17904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테이블 한두 개 추가로 끝난다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291715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291715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병원 전산(EMR)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연동이 먼저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91715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처방 누락 잡기 · 처치(주사 등) 알람 · 약 소진일과 연고 유효기간 계산 · 식이 신청 연동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91715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처방과 투약 데이터가 우리에게 없다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065526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065526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장비 연동이 먼저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065526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호출벨 3회 이상이면 응급 알림 · 활력징후 관제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5526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디바이스가 있어야 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839337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3839337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867C"/>
                </a:solidFill>
                <a:latin typeface="Apple SD Gothic Neo"/>
              </a:rPr>
              <a:t>다른 문제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839337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근무표 자동 생성(처음부터 범위 밖) · 원무과 ADL 입력 · AI 신환 리포트 · 퇴원 설문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39337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우리가 푼 문제(인계와 결원)와 다른 문제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14건 중 지금 모델에 바로 붙는 건 2건. 나머지는 연동이 먼저다. 그래서 이번 범위를 안 넓혔다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3945</Words>
  <Application>Microsoft Macintosh PowerPoint</Application>
  <PresentationFormat>화면 슬라이드 쇼(16:9)</PresentationFormat>
  <Paragraphs>685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Apple SD Gothic Neo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4</cp:revision>
  <dcterms:created xsi:type="dcterms:W3CDTF">2026-09-16T09:12:20Z</dcterms:created>
  <dcterms:modified xsi:type="dcterms:W3CDTF">2026-09-16T15:22:06Z</dcterms:modified>
</cp:coreProperties>
</file>