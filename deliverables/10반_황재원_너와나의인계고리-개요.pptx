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20초 쓰면 나머지 4분이 다 들린다. 차지와 액팅의 차이가 인계 권한의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'없다'고 말하지 않는다. '조사 범위에서 찾지 못했다'.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걸 근거와 같이 말한다. 채점 기준이 정합성이라 감점이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'기록이 없다'가 아니라 '받았다는 기록이 없다'. 내용은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전제가 무너진 걸 숨기지 않고 기록으로 남겼다고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3이 없으면 옆에서 같이 듣는 액팅이 인계를 못 읽는다. 권한이 기능을 막은 실수를 두 번 했고 두 번 다 이 표에서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 3개가 간호사 화면으로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전달만 서로 다른 사람 사이에서 일어난다. 그래서 '고리'.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다 읽힌다.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게 '고리'의 그림.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파트에서 이어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걸 11라운드에서 배웠다.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남기는 설계의 비용을 같이 적는 게 설계 고민의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컬럼으로 여러 테이블을 가리키는 방식을 안 쓴 이유: 외래키 제약을 걸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게 채택안만 적는 것보다 강하다.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설계와 맞은 규칙 셋(작성자만 수정 403 · 넘긴 뒤 불변 409 · DELETE 없음)은 말로 잇는다. 열람 범위(현장은 병동 전체)는 우리가 더 좁아 보완으로 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참여자가 정리한 목록 그대로. 한 글자도 바꾸지 않았다. 판정은 다음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요청을 기능 목록이 아니라 '우리 데이터로 되는가'로 나눈 것이 정합성의 연장이다. 하나도 구현하지 않았다.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7175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60" kern="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3324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간호사 교대근무 인계·배정 웹서비스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C24A3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27" name="Shape 25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33" name="Shape 31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3273552"/>
            <a:ext cx="45720" cy="51206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목차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무엇을 만들었나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1700784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19751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19751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불편했고 어떻게 풀었나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2487168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27614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쓰고, 어디까지 보나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273552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5478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화면 흐름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4059936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539496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화면마다 도는 API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846320" y="1700784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19751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5394960" y="19751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데이터를 나눈 방법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846320" y="2487168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46320" y="27614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539496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API 24개와 막는 규칙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846320" y="3273552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846320" y="35478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5394960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고민한 것, 못 한 것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846320" y="4059936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알아야 할 단어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042416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듀티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920240" y="1042416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하루를 셋으로 나눈 근무. 데이(D), 이브닝(E), 나이트(N).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1716329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1716329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차지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1920240" y="1716329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근무조의 책임 간호사. 팀마다 한 명. 인계를 쓰고 받는 사람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48640" y="239024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2390242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액팅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1920240" y="2390242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같이 일하는 간호사. 인계를 옆에서 같이 듣지만 공식 작성자는 아니다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48640" y="3064154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8640" y="3064154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920240" y="3064154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다음 근무자에게 넘기는 환자 상태와 주의사항. 이 서비스의 주인공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48640" y="3738067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48640" y="3738067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920240" y="3738067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근무하기로 한 사람이 못 나오는 것. 누가 대신 설지, 인계는 누가 받을지 다시 정해야 한다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병동 기준. 병원마다, 병동마다 다르다는 것도 같은 인터뷰에서 들었다 [C]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비슷한 서비스는 없었나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찾아본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결과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근거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비슷한 서비스 13건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(국내 12, 일본 1)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근무 확정부터 그날 역할, 인계 작성, 결원 재배정까지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하나로 이어 놓은 서비스는 찾지 못했다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[B] 제품 공식 페이지, 앱스토어 설명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Epic "Art": 미국 병원 전산에 내장, 국내 병동은 선택 불가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ShiftSBAR: 개인이 혼자 쓰는 도구, 병동 단위 배정과 확인이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[B] Epic 공식 포스트, 제품 페이지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법으로 막혀 있나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아니다. 건강정보는 민감정보라 조건이 붙지만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동의와 법령 근거가 있으면 다룰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병원 전산에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전용 화면이 있나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확인하지 못했다. "없다"는 뜻이 아니다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[D] 미검증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비어 있는 이유는 법이 아니라 비용(동의 설계, 접근 통제, 병원 승인)이라고 본다. 개인 해석이라 등급을 안 붙였다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이 설계의 범위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병동 한 곳, 간호사 한 분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00400" y="365760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365760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병동 한 곳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곳의 운영 방식이 기준 [C]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0" y="1445895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00400" y="1445895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1445895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현직 간호사 한 분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"간호사들이 다 그렇다"가 아니라 한 분께 확인한 내용 [C]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200400" y="2526030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00400" y="2526030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3703320" y="2526030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병동마다 다르다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차지만 하는 간호사를 따로 두는 병원도 있다고 한다. 그 차이는 이번 범위 밖 [C]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200400" y="3606165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200400" y="3606165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3703320" y="3606165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주장마다 출처 등급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[A] 원문 확인, [B] 2차 출처, [C] 인터뷰로 확인, [D] 아직 검증 못 함. 등급이 없으면 내 판단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무엇이 불편했고 어떻게 풀었나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불편했던 것, 푼 방법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03320"/>
                <a:gridCol w="29260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불편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기능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(차지)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인계를 넘기긴 하는데 받은 사람이 제대로 들었는지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남는 기록이 없다 [C]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내용은 전산에 남는다. 없는 건 "받았다"는 기록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들은 말: "그날 차지가 듣는 게 당연한 구조"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받은 사람이 핵심을 자기 말로 다시 적어야 확인 처리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눈으로 읽은 것만으로는 확인이 아니다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언제 받았는지 남는다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못 나오면 바뀐 내용을 여기저기 다시 알려야 하고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지금 배정이 뭔지, 왜 바뀌었는지도 안 남는다 [C]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엑셀을 고치고 메신저로 다시 공지한다 [D]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화면에서 바로 다시 배정하면 당사자 화면에 그대로 뜬다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다시 공지할 필요가 없다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바꾼 이유가 같이 남는다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무엇이 불편했고 어떻게 풀었나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인터뷰 뒤에 뺀 것 네 가지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처음에 적었던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실제로는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그래서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월말 전에 팀장이 미리 정하고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그 뒤에 간호사끼리 서로 바꾼다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불편 항목에서 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관련 기능은 기반 기능으로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내용은 남는다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안 남는 건 "받았다"는 기록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 대상을 '받은 기록'으로 좁힘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"역할마다 인계 항목이 달라야 한다"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아니다. 인계는 차지가 받고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액팅은 옆에서 같은 인계를 듣는다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항목을 병동 공통 한 벌로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우리가 잘못 옮긴 말이었다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인계장과 공식 기록은 따로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전제가 사라짐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볼 수 있는 범위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갈래. 권한이 자기 일을 막지 않게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480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판단 기준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수간호사는 병동 전체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소속 병동이면 전부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인계를 맡은 환자와 그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근무에서 나에게 배정된 입원 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같은 팀, 같은 시간에 일하는 사람의 인계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병동·같은 날·같은 근무조, 같은 팀, 이미 넘어간 인계만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작성 중인 것은 쓴 사람만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건 더 좁다. 인계를 쓰는 건 맡은 사람만, 확인은 받을 사람만. 결원으로 등록된 사람은 받을 수 없다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쪽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근무표 등록 → 역할·담당 정하기 → 결원 재배정 → 바뀐 내역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ui_flow_1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957" y="1152144"/>
            <a:ext cx="4246087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배정은 누르는 즉시 반영된다. 따로 게시하거나 승인받는 단계가 없다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쪽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 → 인계 쓰기 → 인계 받고 요약해서 확인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ui_flow_2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037" y="1152144"/>
            <a:ext cx="4949925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인계는 앞 근무 차지에서 다음 근무 차지로 흐른다. 같은 팀 액팅은 읽기만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화면들을 읽는 법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640080" y="1490472"/>
            <a:ext cx="274320" cy="274320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133856" y="11887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원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194560" y="11887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2404872"/>
            <a:ext cx="274320" cy="274320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33856" y="21031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검은 원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194560" y="21031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" y="3319272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133856" y="30175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테두리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2194560" y="30175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첫 화면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근무, 우리 팀 환자, 받은 인계와 보낼 인계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8_myshift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823058" y="152217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823058" y="15221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064459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64459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597554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597554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616806" y="2326843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616806" y="23268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내 근무와 역할, 우리 팀 환자를 한 번에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왼쪽은 앞 근무에서 나에게 온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오른쪽은 내가 다음 근무로 넘길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인계 작성 화면으로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첫 화면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숫자를 누르면 그 숫자의 근거로 내려간다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2_dash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551" y="1152144"/>
            <a:ext cx="4522209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701551" y="1152144"/>
            <a:ext cx="452220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481420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481420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389035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89035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293477" y="160540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93477" y="160540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201092" y="1608582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201092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오늘 누가 나오는지. 누르면 명단이 펼쳐진다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무엇을 맡았는지, 역할별로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아직 확인 안 된 인계. 누르면 어느 건인지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목록은 접지 않고 항상 보인다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역할과 인계 담당 정하기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환자는 팀이 같이 본다. 여기서 정하는 건 인계를 맡을 사람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4_assignment_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378001" y="173339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378001" y="17333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896819" y="213238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896819" y="21323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735019" y="212902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735019" y="212902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역할은 고르는 즉시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22570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3484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3484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2936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 근무에서 누가 어느 입원 건의 인계를 맡을지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33619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34533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34533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33985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담당을 더한다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1</a:t>
            </a:r>
            <a:endParaRPr lang="en-US" sz="2500" dirty="0"/>
          </a:p>
        </p:txBody>
      </p:sp>
      <p:pic>
        <p:nvPicPr>
          <p:cNvPr id="38" name="Image 0" descr="/Users/hwangjaewon/skala-workspace/skala-webservice-mini/assets/1_login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0398"/>
            <a:ext cx="2535936" cy="158496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548640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41" name="Image 1" descr="/Users/hwangjaewon/skala-workspace/skala-webservice-mini/assets/3_shift_register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근무표 등록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44" name="Image 2" descr="/Users/hwangjaewon/skala-workspace/skala-webservice-mini/assets/5_handover_template_mana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636040"/>
            <a:ext cx="2535936" cy="1633677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6059424" y="1636040"/>
            <a:ext cx="2535936" cy="1633677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 정하기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2</a:t>
            </a:r>
            <a:endParaRPr lang="en-US" sz="2500" dirty="0"/>
          </a:p>
        </p:txBody>
      </p:sp>
      <p:pic>
        <p:nvPicPr>
          <p:cNvPr id="38" name="Image 0" descr="/Users/hwangjaewon/skala-workspace/skala-webservice-mini/assets/7_change_history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2562"/>
            <a:ext cx="2535936" cy="2780632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548640" y="1062562"/>
            <a:ext cx="2535936" cy="2780632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바뀐 내역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41" name="Image 1" descr="/Users/hwangjaewon/skala-workspace/skala-webservice-mini/assets/11_handover_history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인계 이력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44" name="Image 2" descr="/Users/hwangjaewon/skala-workspace/skala-webservice-mini/assets/8_myshift_nurse_st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572864"/>
            <a:ext cx="2535936" cy="1760029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6059424" y="1572864"/>
            <a:ext cx="2535936" cy="1760029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있을 때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표 이름을 바꾼 이야기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"환자의 담당 간호사"라는 표가 있었다. 지금은 없다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00400" y="365760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365760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처음엔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한 명에 담당 간호사 한 명을 붙이는 표를 만들었다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0" y="117866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00400" y="1178662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1178662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인터뷰에서 뒤집혔다 [C]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환자는 팀이 같이 본다. "이 환자는 이 간호사 담당"이라고 정하는 행위 자체가 현장에 없었다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200400" y="1991563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00400" y="1991563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3703320" y="1991563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뜻을 바꿨다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이 표는 "그 근무에서 이 입원 건의 인계를 맡을 사람". 줄 수가 (팀 인원 × 환자 수)에서 (환자 수)로 줄었다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200400" y="2804465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200400" y="2804465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3703320" y="2804465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팀이 보는 환자 범위는 다른 곳에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입원 건에 팀을 붙였다. 그래야 옆에서 같이 듣는 액팅도 우리 팀 인계를 읽을 수 있다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200400" y="361736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200400" y="3617366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2" name="Text 50"/>
          <p:cNvSpPr txBox="1"/>
          <p:nvPr/>
        </p:nvSpPr>
        <p:spPr>
          <a:xfrm>
            <a:off x="3703320" y="3617366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역할로 강제하지 않았다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차지가 빠지면 누가 올라가는지 확인 못 했다. 확인 못 한 운영 방식을 DB 가 금지하면 안 된다고 봤다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이름만 바꾼 게 아니다. 데이터 모델, 기능표, 화면 문구, API 응답 필드 일곱 곳이 같이 움직였다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지우지 않고 남긴다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담당이 바뀌어도 옛 줄을 안 지운다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'이관됨'으로 표시하고 새 줄을 만든다. 그날 누가 맡았는지가 기록이라서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항목은 복사본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수간호사가 병동 양식을 고쳐도 이미 쓴 인계의 항목은 그대로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받을 사람이 못 나오게 되면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인계를 '대체됨'으로 두고 새 담당에게 후속 인계를 같은 순간에 발행. 후속이 안 만들어지면 아예 실패시킨다. 인계가 끊긴 채 끝나면 안 된다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확인까지 끝난 인계는 안 건드린다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확인된 인계를 뒤늦게 '대체됨'으로 바꾸려 하면 막는다(409). 그 뒤의 담당 변경은 사고가 아니라 정상 교대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대가도 같이 적었다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줄도 여전히 유효한 번호라서, 읽을 때·쓸 때·고를 때 "이게 지금 것인가"를 매번 확인해야 한다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기록은 두 층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 자리가 빈 것과, 맡고 있던 인계가 넘어간 것은 다른 일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822960"/>
                <a:gridCol w="777240"/>
                <a:gridCol w="777240"/>
                <a:gridCol w="3520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기록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빠진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대신 선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넘긴 인계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받은 인계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언제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못 나온다고 등록할 때. 사유를 쓰는 유일한 자리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대신 설지 정할 때 (사유는 서버가 복사)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맡고 있던 인계를 넘길 때. 입원 건마다 한 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수간호사가 "메워졌다"고 확인할 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빠지면 넘길 인계가 없다(환자는 팀이 같이 보니까). 세 줄만 남는다. 기록 종류 하나가 나머지 네 칸의 유효 조합을 정한다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 전부. 주소 21개, 명세 오류 0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0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41" name="Shape 37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029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고민했던 것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대시보드만 화면 전용 API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군데 데이터를 합친다. 나누면 화면이 네 번 요청하고, 세는 규칙이 화면 쪽으로 흩어진다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펼쳐 보는 목록은 기존 API 를 다시 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명단은 근무 조회가 이미 돌려주는 값. 또 만들면 같은 데이터가 두 곳에 정의된다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열어본 기록은 조회와 따로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조회에 붙이면 수간호사나 액팅이 봐도 '받았다'가 된다. 그러면 확인의 뜻이 깨진다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인계는 시스템이 막지 않는다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넘기는 게 정상인 경우가 있다(그 사이 퇴원 등). 대신 화면이 "남은 N건"을 보여주고 사람이 판단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다른 병동은 403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404 로 숨기는 게 더 방어적이지만, 권한 경계를 분명히 드러내는 쪽을 골랐다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카덱스를 대체하는지는 "통합적으로 작용한다면"이 조건인 긍정 [C]. 통합이 안 되면 병행이고 두 번 입력하게 된다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말한 그대로 옮겼다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 rot="-90000">
            <a:off x="548640" y="1207008"/>
            <a:ext cx="4754880" cy="2743200"/>
          </a:xfrm>
          <a:prstGeom prst="rect">
            <a:avLst/>
          </a:prstGeom>
          <a:solidFill>
            <a:srgbClr val="FFF3B3"/>
          </a:solidFill>
          <a:ln/>
        </p:spPr>
      </p:sp>
      <p:sp>
        <p:nvSpPr>
          <p:cNvPr id="40" name="Text 38"/>
          <p:cNvSpPr txBox="1"/>
          <p:nvPr/>
        </p:nvSpPr>
        <p:spPr>
          <a:xfrm rot="-90000">
            <a:off x="777240" y="1344168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UI는 불편함 없이 오히려 한눈에 인계를 확인할 수 있어서 좋았다. 다만 꼭 있으면 좋겠는 기능이 있다. 인계 해준 사람한테 질문을 할 수 있는 기능을 추가해달라. 수간호사한테 결원 배정을 쉽게 할 수 있는 기능도 너무 도움이 될 것 같아. 옆에서 지켜봤을 때, 근무표 만드는 것도 힘들어 보이긴 했지만 그것보다 심사과에서 심사하러 올 때 잘보여야 되는데 처방 누락건이 종종 있어서 이거에 대하여 누락건 잡아내는 시스템이 있으면 너무 좋겠다.</a:t>
            </a:r>
            <a:endParaRPr lang="en-US" sz="18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1207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기록에 대해 더 들은 것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669280" y="15544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69280" y="1591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인계 기록은 같은 병동이면 열람 자체는 권한이 필요 없다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0" y="20116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69280" y="20482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당연히 차지가 써야 하고, 액팅은 암묵적으로 건드리지 않는다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0" y="24688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69280" y="2505456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차지가 카덱스에서 "이거는 굳이 필요 없겠는데" 싶어 혼자 임의로 지운 기록이 나중에 알고 보니 진짜 중요한 기록이어서 문제가 된 적이 있었다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669280" y="3218688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669280" y="3255264"/>
            <a:ext cx="2926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인계 기록은 수간호사도 수정 없이, 오직 본인이 작성한 인계 기록만 수정 권한이 있으면 좋겠다. 시점상 인계를 넘기기 직전까지만 수정 가능하고, 넘기고 확인 후에는 본인도 수정·삭제 불가능한 게 올바르다고 동의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[C] 현직 간호사 1명 · 데모를 써 본 뒤 대면으로 · 편의표본 · 말한 그대로, 해석은 뒤 두 장에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요청 목록, 정리한 그대로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시연 끝나고 옆에서 받아 적은 것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12252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수간호사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8640" y="1554480"/>
            <a:ext cx="146304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1581912"/>
            <a:ext cx="146304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심사과 -&gt; 처방 누락건 잡아내는 시스템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1874012"/>
            <a:ext cx="146304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1901444"/>
            <a:ext cx="146304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28600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간호사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286000" y="1554480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286000" y="1581912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인계해준 간호사에게 질문 -&gt; 앱으로 알림이 오고 답변까지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86000" y="1874012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286000" y="1901444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내용 작성 권한을 작성한 본인만 수정 가능(실제로 간호기록도 이렇게 진행) -&gt; 수간호사도 예외 없음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286000" y="2193544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286000" y="2220976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EMR -&gt; 카덱스에 또 적는건 중복 작성이지만 당연히 해야되는 것으로 인식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286000" y="2513076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286000" y="2540508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받아오면 환자가 (60일치를 받아오면) 소진 날짜 계산 기능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286000" y="2832608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2286000" y="2860040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안약 연고를 받아오면 유효기간 날짜 계산 기능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286000" y="3152140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286000" y="3179572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처치해야 할 일(주사 등) 시스템에 등록하면 알람 기능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286000" y="3471672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286000" y="3499104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환자가 호출벨을 3회 이상 누르면 응급 상황이라고 알람 뜨는 기능(연동이 필요한데 알아봐야할듯)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286000" y="3791204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286000" y="3818636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환자들의 혈압 체온 등을 관제하는 시스템(디바이스가 필요할듯)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286000" y="4110736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286000" y="4138168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주치의한테 보고할때 SBAR를 양식으로 만들어서 템플릿화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6126480" y="122529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원무과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126480" y="1554480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126480" y="1581912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입원올때 ADL을 주보호자가 작성할 수 있는 시스템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26480" y="2066544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126480" y="2093976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AI를 활용해서 신환 정보를 리포트 형식으로 자동 작성해주는 시스템 -&gt; 간호병동에서 열람 가능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126480" y="2578608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126480" y="2606040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퇴원 환자의 설문조사 -&gt; 불만, 칭찬 적고 병원 시스템 개선에 기여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126480" y="3090672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126480" y="3118104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입원 환자 식이 신청 자동연동 시스템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14건 중 이번 범위에 넣은 것은 없다. 다음 장에서 우리 데이터 기준으로 나눈다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 다음에 할 수 있는 것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요청 14건을 우리 데이터 기준으로 나누면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0233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묶음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요청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이 묶음인가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데이터에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바로 붙는다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질문과 답변 (인계 1건에 스레드로)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의사 보고 양식 SBAR (인계 항목과 같은 구조, 양식 한 벌 더)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테이블 한두 개 추가로 끝난다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병원 전산(EMR)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연동이 먼저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처방 누락 잡기 · 처치(주사 등) 알람 · 약 소진일과 연고 유효기간 계산 · 식이 신청 연동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처방과 투약 데이터가 우리에게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장비 연동이 먼저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호출벨 3회 이상이면 응급 알림 · 활력징후 관제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디바이스가 있어야 한다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문제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자동 생성(처음부터 범위 밖) · 원무과 ADL 입력 · AI 신환 리포트 · 퇴원 설문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우리가 푼 문제(인계와 결원)와 다른 문제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붙는 건 2건, 나머지는 연동이 먼저. 작성자만 수정·넘긴 뒤 불변·지우지 않음은 우리 403·409·DELETE 없음과 같았다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44" name="Text 42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48" name="Text 46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2B33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C24A3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근무표가 끝나는 지점에서 시작한다.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1</cp:revision>
  <dcterms:created xsi:type="dcterms:W3CDTF">2026-09-17T02:30:00Z</dcterms:created>
  <dcterms:modified xsi:type="dcterms:W3CDTF">2026-09-17T02:30:00Z</dcterms:modified>
</cp:coreProperties>
</file>