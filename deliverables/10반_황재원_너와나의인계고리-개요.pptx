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문구: '근무표는 누가 나오는지까지만 말합니다. 그 다음 고리가 비어 있습니다.'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배점이 큰 곳은 06(데이터모델 20)과 07(API 20)이다.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문장 정의를 그대로 읽는다. '하지 않은 것'을 먼저 말해 범위를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20초를 쓰면 나머지 4분이 전부 들린다. '차지'와 '액팅'의 차이가 인계 권한의 근거다.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발표에서 '없다'라고 말하지 않는다. '조사 범위에서 찾지 못했다'로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것을 근거와 함께 말하는 것은 감점이 아니다. 채점 기준이 정합성이기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없다'가 핵심.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차별점이다. 전제가 무너진 것을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이 설계의 범위 밖 — 병원 인증 시스템이 있다고 가정했다.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불가능해서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존재해야 한다. 점선 4개가 두 Actor 를 잇는 지점이다.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 — 그래서 '고리'다.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전부 읽힌다. 참고자료 우수 산출물의 핵심 기법.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것이 '고리'의 그림이다.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'칸이 비었는지'만 본다. 내용의 성의는 검사하지 않는다 —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여기가 첫 번째 불편의 해결이다.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반드시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모델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병동·팀·사용자·역할·양식·이력이다.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팀·인계 담당·양식 항목이 각각 이유를 갖는다 —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것을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것이 '설계 고민'의 증거다.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쓰지 않은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20점짜리 파트다. '화면에서 세어서 만들었다'는 순서를 반드시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'편의'가 아니라 '규칙을 한 곳에 두는 것'이다.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무엇을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것이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554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너와나의인계고리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77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BD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근무표가 끝나는 지점에서 시작한다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0"/>
            <a:ext cx="822960" cy="27432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200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 교대근무 인계·배정 웹서비스   ·   AI 웹서비스 미니프로젝트   ·   10반 황재원   ·   2026.09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1234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만들었나 · 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84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24712" y="1984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불편했고 어떻게 풀었나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7340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" y="27340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쓰고, 무엇을 볼 수 있나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24712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화면이 어떻게 이어지나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1234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93792" y="1234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화면마다 어떤 API 가 도나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19842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0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93792" y="1984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데이터를 어떻게 나눴나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0" y="273405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93792" y="273405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24개와 막는 규칙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93792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고민한 것 · 못 한 것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문장으로 말하면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42416"/>
            <a:ext cx="2566416" cy="1078992"/>
          </a:xfrm>
          <a:prstGeom prst="roundRect">
            <a:avLst>
              <a:gd name="adj" fmla="val 339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" y="1133856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쓰나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49224" y="1371600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88792" y="1042416"/>
            <a:ext cx="2566416" cy="1078992"/>
          </a:xfrm>
          <a:prstGeom prst="roundRect">
            <a:avLst>
              <a:gd name="adj" fmla="val 339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35096" y="1133856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언제 쓰나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435096" y="1371600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교대할 때 인계를 주고받을 때,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74664" y="1042416"/>
            <a:ext cx="2566416" cy="1078992"/>
          </a:xfrm>
          <a:prstGeom prst="roundRect">
            <a:avLst>
              <a:gd name="adj" fmla="val 339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20968" y="1133856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불편했나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220968" y="1371600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인계를 누가 받았는지 남는 기록이 없고,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2249424"/>
            <a:ext cx="8138160" cy="841248"/>
          </a:xfrm>
          <a:prstGeom prst="roundRect">
            <a:avLst>
              <a:gd name="adj" fmla="val 4348"/>
            </a:avLst>
          </a:prstGeom>
          <a:solidFill>
            <a:srgbClr val="E4F3F0"/>
          </a:solidFill>
          <a:ln w="12700">
            <a:solidFill>
              <a:srgbClr val="1F8A7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" y="2322576"/>
            <a:ext cx="7735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서비스를 쓰면 — 누가 무엇을 맡았고, 무엇을 주고받았는지 확인하고 그 기록이 남는다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04088" y="2651760"/>
            <a:ext cx="7735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근무표는 "오늘 누가 나오는지"까지만 말합니다. 그 뒤가 비어 있습니다 — 누가 인계를 맡았고, 누가 받아서 확인했는지. 그 한 칸을 붙였습니다.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2186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 않은 것   </a:t>
            </a:r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 자동 생성  ·  병원 전산(EMR) 연동  ·  실제 환자정보  ·  의학적 판단·추천  ·  교육/급여/알람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제출물 3종 — 개요 PDF · API 명세(.yml) · 데이터 모델(.dbml)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발표에 나오는 단어 다섯 개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 현장의 말입니다. 이것만 알면 끝까지 따라올 수 있습니다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8138160" cy="635508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097280"/>
            <a:ext cx="54864" cy="6355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4088" y="1097280"/>
            <a:ext cx="16916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듀티 (근무조)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1097280"/>
            <a:ext cx="60350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하루를 셋으로 나눈 근무 — 데이(D) · 이브닝(E) · 나이트(N). 8시간씩 교대합니다.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824228"/>
            <a:ext cx="8138160" cy="635508"/>
          </a:xfrm>
          <a:prstGeom prst="roundRect">
            <a:avLst>
              <a:gd name="adj" fmla="val 431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1824228"/>
            <a:ext cx="54864" cy="63550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1824228"/>
            <a:ext cx="16916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차지 (charge)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423160" y="1824228"/>
            <a:ext cx="60350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근무조의 책임 간호사. 팀마다 한 명. 인계를 쓰고 받는 사람입니다.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551176"/>
            <a:ext cx="8138160" cy="635508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551176"/>
            <a:ext cx="54864" cy="63550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4088" y="2551176"/>
            <a:ext cx="16916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액팅 (acting)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2551176"/>
            <a:ext cx="60350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함께 일하는 간호사. 인계를 옆에서 같이 듣지만 공식 작성자는 아닙니다.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278124"/>
            <a:ext cx="8138160" cy="635508"/>
          </a:xfrm>
          <a:prstGeom prst="roundRect">
            <a:avLst>
              <a:gd name="adj" fmla="val 431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278124"/>
            <a:ext cx="54864" cy="635508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4088" y="3278124"/>
            <a:ext cx="16916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423160" y="3278124"/>
            <a:ext cx="60350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교대할 때 다음 근무자에게 넘기는 환자 상태와 주의사항. 이 서비스의 주인공입니다.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4005072"/>
            <a:ext cx="8138160" cy="635508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4005072"/>
            <a:ext cx="54864" cy="6355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005072"/>
            <a:ext cx="16916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결원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423160" y="4005072"/>
            <a:ext cx="603504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근무하기로 한 사람이 못 나오는 것. 누가 대신 설지, 인계는 누가 받을지 다시 정해야 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병동의 운영 방식입니다 — 병원마다·병동마다 다르다는 것도 같은 인터뷰에서 확인했습니다 [C]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비슷한 서비스가 왜 없었나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것과 찾지 못한 것을 구분해서 적습니다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찾아봤나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비슷한 서비스 13건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(국내 12 + 일본 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"근무 확정 → 그날 역할 → 인계 작성 → 결원 재배정"을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하나로 이어 놓은 서비스는 찾지 못했습니다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[B] 제품 공식 페이지·앱스토어 설명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해외 사례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Epic "Art" — 미국 병원 전산에 내장 (국내 병동은 선택 불가)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ShiftSBAR — 개인이 혼자 쓰는 도구 (병동 단위 배정·확인 없음)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[B] Epic 공식 포스트 · 제품 페이지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법적으로 막혀 있나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아닙니다. 건강정보는 민감정보라 조건이 붙지만,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동의와 법령 근거가 있으면 다룰 수 있습니다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국내 병원 전산에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전용 화면이 있나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확인하지 못했습니다 — "없다"는 뜻이 아닙니다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[D] 미검증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이유는 "법으로 불가능해서"가 아니라 비용(동의 설계·접근 통제·병원 승인) 때문이라고 봅니다 — 이건 저희 해석이라 등급을 붙이지 않았습니다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어디까지 확인한 이야기인가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 말하고 시작합니다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337881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3378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 한 곳의 이야기입니다.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종합병원 병동 한 곳의 운영 방식을 기준으로 설계했습니다. [C]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035683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312861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3128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035683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현직 간호사 한 분께 들었습니다.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"간호사들이 다 그렇다"가 아니라 "한 분께 확인한 내용"입니다. [C]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010662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3287839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2878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3010662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병동마다 다르다는 것도 같은 분께 들었습니다.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차지만 하는 간호사를 따로 뽑는 병원도 있다고 합니다. 그 차이는 이번 범위 밖입니다. [C]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85641"/>
            <a:ext cx="8138160" cy="865251"/>
          </a:xfrm>
          <a:prstGeom prst="roundRect">
            <a:avLst>
              <a:gd name="adj" fmla="val 317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4262818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E4D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2628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985641"/>
            <a:ext cx="7315200" cy="865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주장에 출처 등급을 붙였습니다.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[A] 원문 확인 · [B] 2차 출처 · [C] 인터뷰로 확인 · [D] 아직 검증 못 함. 등급이 없으면 저희 판단입니다.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불편했고, 어떻게 풀었나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불편 · 해결 · 기능이 한 줄로 이어집니다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977640"/>
                <a:gridCol w="306324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무엇이 불편했나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서비스에서는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(차지)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인계를 넘기긴 하는데, 받은 사람이 제대로 들었는지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남는 기록이 없습니다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내용은 전산에 남습니다 — 없는 건 "받았다는 기록"입니다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들은 말: "그날 차지가 듣는 게 당연한 구조"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받은 사람이 핵심을 자기 말로 다시 적어야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'확인'이 됩니다. 눈으로 읽은 것만으로는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확인이 되지 않습니다.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누가 언제 받았는지가 남습니다.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3A0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누가 못 나오면 바뀐 내용을 여기저기 다시 알려야 하고,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지금 배정이 무엇인지도 왜 바뀌었는지도 안 남습니다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엑셀을 고치고 메신저로 다시 공지하기 때문입니다 [D]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화면에서 바로 다시 배정하면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바뀐 내용이 당사자 화면에 그대로 뜹니다.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다시 공지할 필요가 없고,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바꾼 이유가 함께 남습니다.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처음에 적었던 불편 하나("출근해서야 역할을 안다")는 인터뷰에서 사실이 아닌 것으로 확인돼 뺐습니다 → 다음 장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인터뷰에서 무너진 가정 네 개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설계를 세 번 줄였고, 줄인 이유가 전부 인터뷰에 있습니다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처음에 적었던 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실제로는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그래서 무엇을 바꿨나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월말 전에 팀장이 미리 정하고,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 뒤에 간호사끼리 서로 바꿉니다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불편 항목에서 뺐습니다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관련 기능은 '기반 기능'으로 내렸습니다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내용은 남습니다.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안 남는 건 "받았다"는 기록입니다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해결 대상을 '받은 기록'으로 좁혔습니다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아닙니다. 인계는 차지가 받고,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액팅은 옆에서 같은 인계를 듣습니다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항목을 역할별이 아니라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병동 공통 한 벌로 줄였습니다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저희가 잘못 옮긴 말이었습니다.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인계장과 공식 기록은 따로입니다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전제가 사라졌습니다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쓰나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사람이 씁니다. 다른 병동 사람은 들어올 수 없습니다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114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쓰는 사람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볼 수 있나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자기가 맡은 병동 전체 [C]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근무표 등록 / 그날 역할·인계 담당 정하기 / 인계 항목 정하기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생기면 다시 배정 / 바뀐 내역 보기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3A0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근무와 역할, 우리 팀 환자,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내가 맡은 인계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근무 확인 / (차지면) 인계 쓰기 · 받고 확인하기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(액팅이면) 우리 팀 인계 읽기 / 내가 주고받은 인계 보기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다른 병동 사람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아무것도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막습니다 — "없는 것처럼"이 아니라 "권한이 없다"고 답합니다(403)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볼 수 있나 — 세 단계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권한이 자기 일을 막지 않도록 세 갈래로 나눴습니다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볼 수 있는 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어떻게 판단하나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 — 병동 전체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소속 병동이면 전부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내가 인계를 맡은 환자와 그 인계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 근무에서 나에게 배정된 입원 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같은 팀·같은 시간에 일하는 사람의 인계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같은 병동·같은 날·같은 근무조 + 같은 팀 + 이미 넘어간 인계만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(작성 중인 것은 쓴 사람만 봅니다)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쓰는 것은 더 좁습니다 — 인계를 쓰는 건 맡은 사람만, 확인하는 건 받을 사람만. 결원으로 등록된 사람은 받을 수 없습니다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여섯 개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개 전부 화면과 API 가 붙어 있습니다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63240"/>
                <a:gridCol w="2148840"/>
                <a:gridCol w="777240"/>
                <a:gridCol w="1554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하나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허용되지 않으면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확정된 근무표 등록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권한 없음 403 · 같은 사람 중복 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 · 409 · 입력 모자람 422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남의 배정 조회는 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3A0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쓰기 + 받은 사람이 요약해 확인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 — 차지가 쓰고 / 다음 차지가 확인 / 액팅은 읽기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· 10 · 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당사자 아님 403 · 필수·요약 미입력 422 · 재확인·퇴원 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등록 → 다시 배정 → 완료 확인 + 이력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대체자 없이 완료 422 · 재확인 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F-06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F-04 는 첫 번째 불편을, F-05 는 두 번째 불편을 풉니다. 나머지 넷은 그 둘이 서려면 있어야 하는 기반입니다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화면이 어떻게 이어지나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로그인에서 두 갈래로 갈립니다 · 실선은 화면 이동, 점선은 데이터가 넘어가는 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4572" y="1024128"/>
            <a:ext cx="5314856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11개가 전부 이 그림 안에 있습니다   ·   점선 네 개가 수간호사와 간호사를 잇습니다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수간호사 쪽 흐름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 등록 → 역할·담당 정하기 → 결원 재배정 → 바뀐 내역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6403" y="1024128"/>
            <a:ext cx="4691194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배정은 누르는 즉시 반영됩니다 — 따로 '게시'하거나 승인받는 단계가 없습니다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 쪽 흐름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근무 → 인계 쓰기 → 인계 받고 요약해서 확인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7593" y="1024128"/>
            <a:ext cx="5468814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인계는 앞 근무 차지 → 다음 근무 차지로 흐릅니다   ·   같은 팀 액팅은 읽기만 합니다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다음 화면들을 읽는 법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번호가 붙은 곳이 실제로 API 가 도는 자리입니다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138160" cy="731520"/>
          </a:xfrm>
          <a:prstGeom prst="roundRect">
            <a:avLst>
              <a:gd name="adj" fmla="val 375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1453896"/>
            <a:ext cx="292608" cy="292608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58952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234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빨강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2344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가 호출되는 곳 — 어떤 주소로 무엇을 하는지 적었습니다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167128"/>
            <a:ext cx="8138160" cy="731520"/>
          </a:xfrm>
          <a:prstGeom prst="roundRect">
            <a:avLst>
              <a:gd name="adj" fmla="val 375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" y="2386584"/>
            <a:ext cx="292608" cy="292608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" y="23865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61288" y="216712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828800" y="2167128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화면이 이동하는 곳 — 이 버튼을 누르면 어디로 가는가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099816"/>
            <a:ext cx="8138160" cy="731520"/>
          </a:xfrm>
          <a:prstGeom prst="roundRect">
            <a:avLst>
              <a:gd name="adj" fmla="val 3750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" y="3319272"/>
            <a:ext cx="292608" cy="292608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895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" y="309981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파랑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828800" y="3099816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막히는 곳 — 오류와 예외. 왜 막는지가 이 설계의 핵심입니다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캡처는 전부 실제로 도는 데모에서 찍었습니다 — 가상 데이터이고, 화면에 보이는 주소가 그대로 API 명세의 주소입니다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간호사가 처음 보는 화면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근무 · 우리 팀 환자 · 받은 인계와 보낼 인계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24128"/>
            <a:ext cx="4956048" cy="30975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024128"/>
            <a:ext cx="4956048" cy="3097530"/>
          </a:xfrm>
          <a:prstGeom prst="rect">
            <a:avLst/>
          </a:prstGeom>
          <a:ln w="9525">
            <a:solidFill>
              <a:srgbClr val="CF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40190" y="1406512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40190" y="140651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087992" y="1747241"/>
            <a:ext cx="192024" cy="192024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87992" y="174724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635223" y="1747241"/>
            <a:ext cx="192024" cy="192024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35223" y="174724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81499" y="2232520"/>
            <a:ext cx="192024" cy="192024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81499" y="223252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605272" y="1024128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05272" y="1024128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8" name="Shape 15"/>
          <p:cNvSpPr/>
          <p:nvPr/>
        </p:nvSpPr>
        <p:spPr>
          <a:xfrm>
            <a:off x="5733288" y="1124712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733288" y="1124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069848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근무와 역할, 우리 팀 환자를 한 번에 가져옵니다.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담당이 없어도 근무와 역할은 보입니다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05272" y="1962531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05272" y="1962531"/>
            <a:ext cx="50292" cy="846963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23" name="Shape 20"/>
          <p:cNvSpPr/>
          <p:nvPr/>
        </p:nvSpPr>
        <p:spPr>
          <a:xfrm>
            <a:off x="5733288" y="2063115"/>
            <a:ext cx="182880" cy="182880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33288" y="206311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989320" y="2008251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= 앞 근무에서 나에게 온 인계.</a:t>
            </a:r>
            <a:pPr indent="0" marL="0">
              <a:lnSpc>
                <a:spcPct val="110000"/>
              </a:lnSpc>
              <a:buNone/>
            </a:pP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'확인' 버튼은 내가 받을 사람일 때만 뜹니다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605272" y="2900934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05272" y="2900934"/>
            <a:ext cx="50292" cy="846963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28" name="Shape 25"/>
          <p:cNvSpPr/>
          <p:nvPr/>
        </p:nvSpPr>
        <p:spPr>
          <a:xfrm>
            <a:off x="5733288" y="3001518"/>
            <a:ext cx="182880" cy="182880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33288" y="30015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989320" y="2946654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오른쪽 = 내가 다음 근무로 넘길 인계.</a:t>
            </a:r>
            <a:pPr indent="0" marL="0">
              <a:lnSpc>
                <a:spcPct val="110000"/>
              </a:lnSpc>
              <a:buNone/>
            </a:pP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화면에 두 방향이 같이 보입니다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605272" y="3839337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05272" y="3839337"/>
            <a:ext cx="50292" cy="846963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33" name="Shape 30"/>
          <p:cNvSpPr/>
          <p:nvPr/>
        </p:nvSpPr>
        <p:spPr>
          <a:xfrm>
            <a:off x="5733288" y="3939921"/>
            <a:ext cx="182880" cy="182880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733288" y="393992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989320" y="3885057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작성 화면으로 갑니다.</a:t>
            </a:r>
            <a:pPr indent="0" marL="0">
              <a:lnSpc>
                <a:spcPct val="110000"/>
              </a:lnSpc>
              <a:buNone/>
            </a:pP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액팅에게는 이 버튼이 없습니다 — 읽기만 합니다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팀·같은 시간에 일하면 인계를 읽을 수 있지만, '확인'은 그 환자를 맡은 차지만 할 수 있습니다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쓰기 — 빈칸이 있으면 못 넘긴다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필수 항목은 수간호사가 병동 단위로 정합니다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568" y="1024128"/>
            <a:ext cx="3774752" cy="36621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93568" y="1024128"/>
            <a:ext cx="3774752" cy="3662172"/>
          </a:xfrm>
          <a:prstGeom prst="rect">
            <a:avLst/>
          </a:prstGeom>
          <a:ln w="9525">
            <a:solidFill>
              <a:srgbClr val="CF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49189" y="1921831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49189" y="19218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28666" y="1452798"/>
            <a:ext cx="192024" cy="192024"/>
          </a:xfrm>
          <a:prstGeom prst="ellipse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28666" y="14527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02802" y="4388895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02802" y="438889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794889" y="1998679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94889" y="199867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605272" y="1024128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05272" y="1024128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8" name="Shape 15"/>
          <p:cNvSpPr/>
          <p:nvPr/>
        </p:nvSpPr>
        <p:spPr>
          <a:xfrm>
            <a:off x="5733288" y="1124712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733288" y="1124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069848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작성을 시작하면 병동 양식을 그대로 복사해 옵니다.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나중에 양식이 바뀌어도 이미 쓴 인계는 안 바뀝니다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05272" y="1962531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05272" y="1962531"/>
            <a:ext cx="50292" cy="84696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Shape 20"/>
          <p:cNvSpPr/>
          <p:nvPr/>
        </p:nvSpPr>
        <p:spPr>
          <a:xfrm>
            <a:off x="5733288" y="2063115"/>
            <a:ext cx="182880" cy="18288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33288" y="206311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989320" y="2008251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422 ·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필수 항목이 비어 있으면 넘길 수 없습니다.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항목이 비었는지 이름까지 알려줍니다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05272" y="2900934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05272" y="2900934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8" name="Shape 25"/>
          <p:cNvSpPr/>
          <p:nvPr/>
        </p:nvSpPr>
        <p:spPr>
          <a:xfrm>
            <a:off x="5733288" y="3001518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33288" y="30015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989320" y="2946654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넘기면 '작성 중'에서 '전달됨'으로 바뀝니다.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받을 사람은 서버가 고릅니다 — 같은 환자의 다음 근무 담당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05272" y="3839337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05272" y="3839337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3" name="Shape 30"/>
          <p:cNvSpPr/>
          <p:nvPr/>
        </p:nvSpPr>
        <p:spPr>
          <a:xfrm>
            <a:off x="5733288" y="3939921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733288" y="393992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989320" y="3885057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입력한 내용은 임시저장됩니다.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번 넘긴 뒤에는 고칠 수 없습니다(409)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받을 사람을 요청에서 받지 않는 이유 — 받으면 아무 근무로나 인계를 보낼 수 있게 됩니다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받기 — 읽은 것만으로는 확인이 아니다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받은 사람이 핵심을 자기 말로 다시 적어야 합니다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260" y="1024128"/>
            <a:ext cx="3813369" cy="36621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74260" y="1024128"/>
            <a:ext cx="3813369" cy="3662172"/>
          </a:xfrm>
          <a:prstGeom prst="rect">
            <a:avLst/>
          </a:prstGeom>
          <a:ln w="9525">
            <a:solidFill>
              <a:srgbClr val="CF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68945" y="1519739"/>
            <a:ext cx="192024" cy="192024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68945" y="151973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83738" y="3816627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83738" y="381662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40212" y="4376126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40212" y="437612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716837" y="4194088"/>
            <a:ext cx="192024" cy="192024"/>
          </a:xfrm>
          <a:prstGeom prst="ellipse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16837" y="419408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605272" y="1024128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05272" y="1024128"/>
            <a:ext cx="50292" cy="846963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8" name="Shape 15"/>
          <p:cNvSpPr/>
          <p:nvPr/>
        </p:nvSpPr>
        <p:spPr>
          <a:xfrm>
            <a:off x="5733288" y="1124712"/>
            <a:ext cx="182880" cy="182880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733288" y="1124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069848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상태 — '확인 대기'입니다.</a:t>
            </a:r>
            <a:pPr indent="0" marL="0">
              <a:lnSpc>
                <a:spcPct val="110000"/>
              </a:lnSpc>
              <a:buNone/>
            </a:pP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작성 중 → 전달됨 → 확인됨 으로만 갑니다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605272" y="1962531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05272" y="1962531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3" name="Shape 20"/>
          <p:cNvSpPr/>
          <p:nvPr/>
        </p:nvSpPr>
        <p:spPr>
          <a:xfrm>
            <a:off x="5733288" y="2063115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33288" y="206311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989320" y="2008251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받은 사람이 자기 말로 쓴 요약이 여기 저장됩니다.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칸이 이 서비스의 핵심입니다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05272" y="2900934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05272" y="2900934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8" name="Shape 25"/>
          <p:cNvSpPr/>
          <p:nvPr/>
        </p:nvSpPr>
        <p:spPr>
          <a:xfrm>
            <a:off x="5733288" y="3001518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33288" y="30015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989320" y="2946654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 처리 — 이때 '확인됨'이 됩니다.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보낸 사람 화면에 이 요약이 되돌아갑니다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05272" y="3839337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05272" y="3839337"/>
            <a:ext cx="50292" cy="84696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Shape 30"/>
          <p:cNvSpPr/>
          <p:nvPr/>
        </p:nvSpPr>
        <p:spPr>
          <a:xfrm>
            <a:off x="5733288" y="3939921"/>
            <a:ext cx="182880" cy="18288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733288" y="393992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989320" y="3885057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요약이 없으면 확인되지 않습니다(422).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 들어오는 순간 '열어봤다'는 시각이 따로 기록됩니다 — 조회와 분리했습니다. 수간호사가 봐도 수신 기록이 되면 안 되니까요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못 나왔을 때 — 네 단계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판단하는 자리와 시스템이 막는 자리를 나눴습니다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194" y="1024128"/>
            <a:ext cx="3947500" cy="36621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7194" y="1024128"/>
            <a:ext cx="3947500" cy="3662172"/>
          </a:xfrm>
          <a:prstGeom prst="rect">
            <a:avLst/>
          </a:prstGeom>
          <a:ln w="9525">
            <a:solidFill>
              <a:srgbClr val="CF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75750" y="1659442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75750" y="16594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68021" y="1659442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8021" y="16594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57521" y="1659442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57521" y="16594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102424" y="2246720"/>
            <a:ext cx="192024" cy="192024"/>
          </a:xfrm>
          <a:prstGeom prst="ellipse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02424" y="224672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605272" y="1024128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05272" y="1024128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8" name="Shape 15"/>
          <p:cNvSpPr/>
          <p:nvPr/>
        </p:nvSpPr>
        <p:spPr>
          <a:xfrm>
            <a:off x="5733288" y="1124712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733288" y="1124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069848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결원 등록 — 사유를 사람이 쓰는 유일한 자리입니다.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세 기록은 이 사유를 그대로 복사합니다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05272" y="1962531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05272" y="1962531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3" name="Shape 20"/>
          <p:cNvSpPr/>
          <p:nvPr/>
        </p:nvSpPr>
        <p:spPr>
          <a:xfrm>
            <a:off x="5733288" y="2063115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33288" y="206311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989320" y="2008251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대신 설지 정합니다.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체크해 두면 결원자의 역할(차지)도 함께 넘어갑니다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05272" y="2900934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05272" y="2900934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8" name="Shape 25"/>
          <p:cNvSpPr/>
          <p:nvPr/>
        </p:nvSpPr>
        <p:spPr>
          <a:xfrm>
            <a:off x="5733288" y="3001518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33288" y="30015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989320" y="2946654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맡고 있던 인계를 넘깁니다.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원래 인계는 지우지 않고 '대체됨'으로 두고 새 인계를 발행합니다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05272" y="3839337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05272" y="3839337"/>
            <a:ext cx="50292" cy="84696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Shape 30"/>
          <p:cNvSpPr/>
          <p:nvPr/>
        </p:nvSpPr>
        <p:spPr>
          <a:xfrm>
            <a:off x="5733288" y="3939921"/>
            <a:ext cx="182880" cy="18288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733288" y="393992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989320" y="3885057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422 ·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대체자 없이 '완료'라고 적을 수 없습니다.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완료는 자동 판정이 아니라 사람의 확인 기록입니다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목록은 "이 사람 이름으로 남은 인계 N건" — 시스템이 막지 않기로 한 것을 화면이 대신 보여줍니다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수간호사가 아침에 보는 화면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숫자를 누르면 그 숫자의 근거로 내려갑니다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24128"/>
            <a:ext cx="4956048" cy="36326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024128"/>
            <a:ext cx="4956048" cy="3632696"/>
          </a:xfrm>
          <a:prstGeom prst="rect">
            <a:avLst/>
          </a:prstGeom>
          <a:ln w="9525">
            <a:solidFill>
              <a:srgbClr val="CF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66816" y="1533565"/>
            <a:ext cx="192024" cy="192024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66816" y="153356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61504" y="1533565"/>
            <a:ext cx="192024" cy="192024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61504" y="153356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52713" y="1530086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2713" y="153008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347401" y="1533565"/>
            <a:ext cx="192024" cy="192024"/>
          </a:xfrm>
          <a:prstGeom prst="ellipse">
            <a:avLst/>
          </a:prstGeom>
          <a:solidFill>
            <a:srgbClr val="1565C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47401" y="153356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605272" y="1024128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05272" y="1024128"/>
            <a:ext cx="50292" cy="846963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8" name="Shape 15"/>
          <p:cNvSpPr/>
          <p:nvPr/>
        </p:nvSpPr>
        <p:spPr>
          <a:xfrm>
            <a:off x="5733288" y="1124712"/>
            <a:ext cx="182880" cy="182880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733288" y="1124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989320" y="1069848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누가 나오는지 — 누르면 명단이 펼쳐집니다.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 등록 화면과 같은 API 를 다시 씁니다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05272" y="1962531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05272" y="1962531"/>
            <a:ext cx="50292" cy="846963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23" name="Shape 20"/>
          <p:cNvSpPr/>
          <p:nvPr/>
        </p:nvSpPr>
        <p:spPr>
          <a:xfrm>
            <a:off x="5733288" y="2063115"/>
            <a:ext cx="182880" cy="182880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33288" y="206311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989320" y="2008251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43A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맡았는지 — 역할별로 보여줍니다.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이걸 위해 새 API 를 만들지 않았습니다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05272" y="2900934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05272" y="2900934"/>
            <a:ext cx="50292" cy="846963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8" name="Shape 25"/>
          <p:cNvSpPr/>
          <p:nvPr/>
        </p:nvSpPr>
        <p:spPr>
          <a:xfrm>
            <a:off x="5733288" y="3001518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33288" y="30015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989320" y="2946654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확인 안 된 인계 — 누르면 어느 건인지 나옵니다.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숫자와 목록이 같은 조건을 씁니다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05272" y="3839337"/>
            <a:ext cx="3035808" cy="846963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05272" y="3839337"/>
            <a:ext cx="50292" cy="84696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Shape 30"/>
          <p:cNvSpPr/>
          <p:nvPr/>
        </p:nvSpPr>
        <p:spPr>
          <a:xfrm>
            <a:off x="5733288" y="3939921"/>
            <a:ext cx="182880" cy="18288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733288" y="393992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989320" y="3885057"/>
            <a:ext cx="252374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결원 목록은 펼치고 접는 것이 아니라 항상 보입니다.</a:t>
            </a:r>
            <a:pPr indent="0" marL="0">
              <a:lnSpc>
                <a:spcPct val="110000"/>
              </a:lnSpc>
              <a:buNone/>
            </a:pP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접히면 '재배정 필요'를 놓칩니다 — 타일을 누르면 그 자리로 내려갑니다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"인계 미작성 N건"은 넣지 않았습니다 — 병원 전산과 연결돼 있지 않아 "썼어야 했는데 안 쓴 건"을 셀 방법이 없습니다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그날 역할과 인계 담당 정하기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환자는 팀이 함께 봅니다 — 여기서 정하는 건 '인계를 맡을 사람'입니다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24128"/>
            <a:ext cx="4956048" cy="30975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024128"/>
            <a:ext cx="4956048" cy="3097530"/>
          </a:xfrm>
          <a:prstGeom prst="rect">
            <a:avLst/>
          </a:prstGeom>
          <a:ln w="9525">
            <a:solidFill>
              <a:srgbClr val="CF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56817" y="1623339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56817" y="162333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915907" y="2032902"/>
            <a:ext cx="192024" cy="19202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15907" y="203290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776332" y="2029460"/>
            <a:ext cx="192024" cy="192024"/>
          </a:xfrm>
          <a:prstGeom prst="ellipse">
            <a:avLst/>
          </a:prstGeom>
          <a:solidFill>
            <a:srgbClr val="43A0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76332" y="202946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605272" y="1024128"/>
            <a:ext cx="3035808" cy="1159764"/>
          </a:xfrm>
          <a:prstGeom prst="roundRect">
            <a:avLst>
              <a:gd name="adj" fmla="val 2365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605272" y="1024128"/>
            <a:ext cx="50292" cy="11597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" name="Shape 13"/>
          <p:cNvSpPr/>
          <p:nvPr/>
        </p:nvSpPr>
        <p:spPr>
          <a:xfrm>
            <a:off x="5733288" y="1124712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733288" y="1124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989320" y="1069848"/>
            <a:ext cx="2523744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역할은 고르는 즉시 저장됩니다.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버튼이 따로 없습니다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05272" y="2275332"/>
            <a:ext cx="3035808" cy="1159764"/>
          </a:xfrm>
          <a:prstGeom prst="roundRect">
            <a:avLst>
              <a:gd name="adj" fmla="val 2365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05272" y="2275332"/>
            <a:ext cx="50292" cy="11597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1" name="Shape 18"/>
          <p:cNvSpPr/>
          <p:nvPr/>
        </p:nvSpPr>
        <p:spPr>
          <a:xfrm>
            <a:off x="5733288" y="2375916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733288" y="23759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2321052"/>
            <a:ext cx="2523744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근무에서 누가 어느 입원 건의 인계를 맡을지 정합니다.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기본값은 그 팀의 차지입니다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05272" y="3526536"/>
            <a:ext cx="3035808" cy="1159764"/>
          </a:xfrm>
          <a:prstGeom prst="roundRect">
            <a:avLst>
              <a:gd name="adj" fmla="val 2365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05272" y="3526536"/>
            <a:ext cx="50292" cy="1159764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26" name="Shape 23"/>
          <p:cNvSpPr/>
          <p:nvPr/>
        </p:nvSpPr>
        <p:spPr>
          <a:xfrm>
            <a:off x="5733288" y="3627120"/>
            <a:ext cx="182880" cy="182880"/>
          </a:xfrm>
          <a:prstGeom prst="ellipse">
            <a:avLst/>
          </a:prstGeom>
          <a:solidFill>
            <a:srgbClr val="43A047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733288" y="36271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5989320" y="3572256"/>
            <a:ext cx="2523744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담당을 더합니다.</a:t>
            </a:r>
            <a:pPr indent="0" marL="0">
              <a:lnSpc>
                <a:spcPct val="110000"/>
              </a:lnSpc>
              <a:buNone/>
            </a:pP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역할로 강제하지 않습니다 — 차지가 빠지면 누가 올라가는지 확인되지 않아서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'담당 환자 배정'이 아니라 '인계 담당 지정'입니다 — 환자는 팀이 함께 봅니다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화면 (1/2)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 · 근무표 등록 · 인계 항목 정하기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75079"/>
            <a:ext cx="2578608" cy="16116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로그인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696" y="1775079"/>
            <a:ext cx="2578608" cy="16116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82696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 등록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역할은 여기서 정하지 않습니다 · 다른 병동 지원 근무도 등록됩니다</a:t>
            </a:r>
            <a:endParaRPr lang="en-US" sz="1050" dirty="0"/>
          </a:p>
        </p:txBody>
      </p:sp>
      <p:pic>
        <p:nvPicPr>
          <p:cNvPr id="10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1750311"/>
            <a:ext cx="2578608" cy="16611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62472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항목 정하기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선택이 없습니다 · 고쳐도 이미 쓴 인계는 안 바뀝니다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항목을 병동 하나로 통일한 것은 인터뷰 결과입니다 — 받는 사람이 늘 차지라서 역할별로 나눌 이유가 없었습니다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화면 (2/2)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바뀐 내역 · 내가 주고받은 인계 · 비어 있을 때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67183"/>
            <a:ext cx="2578608" cy="28274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바뀐 내역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사유는 한 번만 쓰고 나머지는 서버가 복사합니다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696" y="1775079"/>
            <a:ext cx="2578608" cy="16116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82696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인계 이력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'대체됨'은 읽기 전용이고 미확인 수에서 빠집니다</a:t>
            </a:r>
            <a:endParaRPr lang="en-US" sz="1050" dirty="0"/>
          </a:p>
        </p:txBody>
      </p:sp>
      <p:pic>
        <p:nvPicPr>
          <p:cNvPr id="10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472" y="1686072"/>
            <a:ext cx="2578608" cy="17896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62472" y="4174236"/>
            <a:ext cx="25786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있을 때
</a:t>
            </a:r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화면 대신 '다음에 할 일'을 적습니다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비어 있는 화면을 설계했다는 것 자체가, 권한을 세 단계로 나눈 이유입니다 — 인계 담당이 없어도 근무는 보여야 합니다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데이터를 어떻게 나눴나 — 핵심만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한 건이 만들어져 확인되기까지 거치는 여섯 개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24128"/>
            <a:ext cx="2890221" cy="36621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49173" y="1024128"/>
            <a:ext cx="4991907" cy="846963"/>
          </a:xfrm>
          <a:prstGeom prst="roundRect">
            <a:avLst>
              <a:gd name="adj" fmla="val 3239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49173" y="1024128"/>
            <a:ext cx="50292" cy="846963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813765" y="1069848"/>
            <a:ext cx="4717587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 → 담당 →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 근무에서 이 환자의 인계를 맡는다"를 한 줄로 남깁니다. 사람이 아니라 근무에 붙습니다.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49173" y="1962531"/>
            <a:ext cx="4991907" cy="846963"/>
          </a:xfrm>
          <a:prstGeom prst="roundRect">
            <a:avLst>
              <a:gd name="adj" fmla="val 3239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49173" y="1962531"/>
            <a:ext cx="50292" cy="846963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813765" y="2008251"/>
            <a:ext cx="4717587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받았다는 기록을 따로 뒀습니다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열어본 시각 · 자기 말로 쓴 요약 · 확인한 시각. 이 셋이 첫 번째 불편의 답입니다.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49173" y="2900934"/>
            <a:ext cx="4991907" cy="846963"/>
          </a:xfrm>
          <a:prstGeom prst="roundRect">
            <a:avLst>
              <a:gd name="adj" fmla="val 3239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49173" y="2900934"/>
            <a:ext cx="50292" cy="846963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813765" y="2946654"/>
            <a:ext cx="4717587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항목은 복사본입니다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 양식을 고쳐도 이미 쓴 인계는 그대로입니다. 지난 기록이 나중에 바뀌면 안 되니까요.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649173" y="3839337"/>
            <a:ext cx="4991907" cy="846963"/>
          </a:xfrm>
          <a:prstGeom prst="roundRect">
            <a:avLst>
              <a:gd name="adj" fmla="val 3239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49173" y="3839337"/>
            <a:ext cx="50292" cy="84696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813765" y="3885057"/>
            <a:ext cx="4717587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지우지 않습니다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담당이 바뀌면 옛 줄을 '이관됨'으로 남기고 새 줄을 만듭니다. 누가 언제 맡았는지가 기록입니다.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전체는 12개입니다 — 다음 장은 자세히 볼 그림이 아니라 규모를 보는 지도입니다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12개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읽을 그림이 아니라, 얼마나 나뉘어 있는지 보는 지도입니다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29597"/>
            <a:ext cx="8138160" cy="18512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테이블 · 7 Enum · 외래키 23   ·   여러 대 여러로 얽히는 관계는 '인계 담당' 하나로 풀었습니다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이름을 바꾼 이야기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"환자의 담당 간호사"라는 표가 있었습니다. 지금은 없습니다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19352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5B6B7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19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처음엔 이렇게 봤습니다.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환자 한 명에 담당 간호사 한 명을 붙이는 표를 만들었습니다.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798625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195727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19572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798625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인터뷰에서 뒤집혔습니다. [C]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환자는 팀이 함께 봅니다. "이 환자는 이 간호사 담당"이라고 정하는 행위 자체가 현장에 없었습니다.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536546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69519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695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536546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뜻을 바꿨습니다.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표는 "그 근무에서 이 입원 건의 인계를 맡을 사람"을 정합니다. 줄 수가 (팀 인원 × 환자 수)에서 (환자 수)로 줄었습니다.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274466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433115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4331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274466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팀이 보는 환자 범위는 다른 곳에 적었습니다.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입원 건에 팀을 붙였습니다. 그래야 옆에서 같이 듣는 액팅도 우리 팀 인계를 읽을 수 있습니다.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012387"/>
            <a:ext cx="8138160" cy="628193"/>
          </a:xfrm>
          <a:prstGeom prst="roundRect">
            <a:avLst>
              <a:gd name="adj" fmla="val 4367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17103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E4D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1710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012387"/>
            <a:ext cx="731520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역할로 강제하지 않았습니다.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차지가 빠지면 누가 올라가는지 확인하지 못했습니다. 확인 못 한 운영 방식을 데이터베이스가 금지하면 안 된다고 봤습니다.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이름만 바꾼 게 아닙니다 — 데이터 모델·기능표·화면 문구·API 응답 필드 일곱 곳이 같이 움직였습니다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지난 인계는 바뀌지 않는다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지우고 덮어쓰는 대신, 남기고 새로 만듭니다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4038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40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담당이 바뀌어도 옛 줄을 지우지 않습니다.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'이관됨'으로 표시하고 새 줄을 만듭니다. 그날 누가 맡았는지가 기록이기 때문입니다.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84068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020367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020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84068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항목은 복사본입니다.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수간호사가 병동 양식을 고쳐도, 이미 쓴 인계의 항목은 그대로입니다.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620670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80035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800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620670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받을 사람이 못 나오게 되면?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인계를 '대체됨'으로 두고, 새 담당에게 후속 인계를 같은 순간에 발행합니다. 후속이 안 만들어지면 아예 실패시킵니다 — 인계가 끊긴 채 끝나면 안 되니까요.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40065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58033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5803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40065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확인까지 끝난 인계는 건드리지 않습니다.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확인된 인계를 뒤늦게 '대체됨'으로 바꾸려 하면 막습니다(409). 그 뒤의 담당 변경은 사고가 아니라 정상 교대입니다.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8063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603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E4D5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60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18063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대가도 같이 적습니다.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남긴 줄도 여전히 유효한 번호라서, 읽을 때·쓸 때·고를 때 "이게 지금 것인가"를 매번 확인해야 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결원 기록은 두 층으로 남는다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 자리가 빈 것과, 맡고 있던 인계가 넘어간 것은 다른 일입니다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611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어떤 기록인가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빠진 사람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대신 선 사람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넘긴 인계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받은 인계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언제 생기나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등록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못 나온다고 등록할 때 — 사유를 쓰는 유일한 자리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대체자 배정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담당 이관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맡고 있던 인계를 넘길 때 — 입원 건마다 한 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 완료 확인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액팅이 빠지면 넘길 인계가 없습니다(환자는 팀이 함께 보니까) → 세 줄만 남습니다   ·   기록 종류 하나가 나머지 네 칸의 유효 조합을 정합니다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명세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24개 · 주소 21개 · 명세 오류 0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2986" y="1024128"/>
            <a:ext cx="3418027" cy="3662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 공통 응답 형태를 정하고 주소를 붙였습니다   ·   로그인·인증은 병원 시스템 몫이라 명세에 넣지 않았습니다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24개 한눈에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화면에서 보이던 주소가 그대로 명세의 주소입니다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42416"/>
          <a:ext cx="40233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606040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메서드 · 주소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근무 목록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근무 등록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/wards/{id}/assignment-board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배정 보드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PATCH /shift-assignments/{id}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역할 지정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/…/handover-assignments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담당 지정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 조회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 교체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/…/reassignment-context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재배정 진입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/…/absence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등록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/…/substitute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대체자 배정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/…/handover-transfer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담당 이관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/…/coverage-confirmation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 완료 확인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042416"/>
          <a:ext cx="40233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606040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메서드 · 주소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바뀐 내역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/me/shifts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근무·우리 팀 환자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/me/handovers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 인계 이력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/handovers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작성 시작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9·10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/handovers/{id}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상세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PATCH /handovers/{id}/items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임시저장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/handovers/{id}/send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 넘기기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/handovers/{id}/receipt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열람 기록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PATCH /handovers/{id}/receipt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요약 저장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 /…/receipt/confirmation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확인 처리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/wards/{id}/handovers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미확인 목록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B6B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535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 /wards/{id}/dashboard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대시보드 집계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11개에서 나오는 동작 25가지를 먼저 세고, 겹치는 것(역할 지정은 배정 화면과 재배정 화면이 같이 씁니다)을 빼서 24개가 됐습니다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요청에서 일부러 받지 않는 값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화면이 정하게 두면 깨지는 것들입니다</a:t>
            </a:r>
            <a:endParaRPr lang="en-US" sz="11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5074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왜 서버가 정하나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인계를 받을 사람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화면이 정하게 두면 아무 근무로나 인계를 보낼 수 있습니다.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→ 같은 환자의 다음 근무 담당을 서버가 고릅니다. 없으면 막습니다(422)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 사유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사람이 쓰는 자리는 결원 등록 하나뿐입니다. 나머지 기록은 복사합니다.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사유가 서로 달라지면 한 사건의 이력을 이어서 읽을 수 없습니다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4D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 버튼 판정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"쓰기 / 확인 / 읽기 중 무엇을 보여줄지"를 서버가 정해서 내려줍니다.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화면마다 따로 판단하면 규칙이 흩어집니다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060704"/>
            <a:ext cx="2788920" cy="2651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52160" y="37673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작성 요청 — 받을 사람이 없습니다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화면이 요청에 넣는 번호는 반드시 어떤 조회 API 가 돌려준 값이어야 합니다 — 이 규칙이 없어 생긴 구멍을 검증 단계에서 찾았습니다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언제 막고, 어떤 답을 주나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막는 이유가 다르면 답도 달라야 합니다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60704"/>
          <a:ext cx="8138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51206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답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무슨 뜻인가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서비스에서는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로그인 안 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모든 요청의 기본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B8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다른 병동 · 내 인계가 아님 · 액팅이 쓰려고 할 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그런 건 없다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없는 번호. 다른 병동을 404 로 숨기지 않았습니다 — 둘을 섞지 않습니다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확인된 인계를 또 확인 · 대체된 인계를 고치기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퇴원한 환자에게 새 인계 · 같은 사람을 같은 근무에 두 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보낸 내용이 모자라다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 항목이 비었음 · 요약을 안 썼음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53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대체자 없이 완료 확인 · 다음 근무 담당이 아직 없음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63500" marB="63500" anchor="ctr">
                    <a:lnL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인계 상태는 작성 중 → 전달됨 → 확인됨 으로만 갑니다. 되돌아가지 않습니다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고민한 것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원칙을 벗어난 결정만 적었습니다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4038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40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대시보드만 화면 전용 API 를 뒀습니다.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 군데 데이터를 합칩니다. 나누면 화면이 네 번 요청하고, 세는 규칙이 화면 쪽으로 흩어집니다.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84068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020367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020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84068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대신 펼쳐 보는 목록은 기존 API 를 다시 씁니다.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명단은 근무 조회가 이미 돌려주는 값입니다. 또 만들면 같은 데이터가 두 곳에 정의됩니다.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620670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80035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1F8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800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620670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열어본 기록을 조회와 분리했습니다.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조회할 때 기록이 남게 하면, 수간호사나 액팅이 봐도 '받았다'가 됩니다. 그러면 확인의 뜻이 깨집니다.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40065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58033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5803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40065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인계는 시스템이 막지 않습니다.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 넘기는 게 정상인 경우가 있습니다(그 사이 퇴원 등). 대신 화면이 "남은 N건"을 보여주고 사람이 판단합니다.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8063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603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FB8C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60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18063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병동은 403 으로 답합니다.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로 숨기는 게 더 방어적이지만, 권한 경계를 분명히 드러내는 쪽을 골랐습니다.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못 한 것 · 앞으로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정직하게 적습니다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1240384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240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106070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병원 전산(EMR)과 연결돼 있지 않습니다.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의무기록은 병원 전산이 맡고, 이 설계는 인계 메모만 다룹니다. 실제로 대체되는지는 아직 확인 전입니다 — 같이 쓰면 두 번 입력하게 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184068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2020367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0203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184068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요약을 성의 있게 썼는지는 못 봅니다.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칸이 비었는지만 검사합니다. 한 글자만 적어도 '확인됨'이 됩니다. 남기는 것은 "누가 언제 자기 말로 적었는가"까지입니다.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2620670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2800350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28003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6424" y="2620670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차지가 인계를 안 써도 막지 못합니다.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액팅이 "이건 적어 주세요"라고 한 것을 반영했는지, 이력으로 남기는 것은 범위 밖입니다.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400654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3580333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C628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358033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" y="3400654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확인해 준 분이 한 명입니다.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간호사 화면은 한 분께 확인받았고, 수간호사 화면은 아직 가설입니다.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180637"/>
            <a:ext cx="8138160" cy="670255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7512" y="43603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5B6B7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" y="4360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06424" y="4180637"/>
            <a:ext cx="7315200" cy="67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— 접근 기록 · 팀원 명단 · 역할 교환 이력.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열어봤는지 남기는 기록이 없습니다. 같은 근무 팀원이 "오늘 우리 팀 차지가 누구인지" 보는 화면도 없습니다.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1E4D5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3108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16152" y="23774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확인했나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216152" y="676656"/>
            <a:ext cx="7406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판단의 근거가 전부 기록으로 남아 있습니다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060704"/>
            <a:ext cx="2566416" cy="1371600"/>
          </a:xfrm>
          <a:prstGeom prst="roundRect">
            <a:avLst>
              <a:gd name="adj" fmla="val 26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" y="1152144"/>
            <a:ext cx="2273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1명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9224" y="1572768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9224" y="1810512"/>
            <a:ext cx="2273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병동마다 다르다는 것도 같은 분께 확인 [C]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88792" y="1060704"/>
            <a:ext cx="2566416" cy="1371600"/>
          </a:xfrm>
          <a:prstGeom prst="roundRect">
            <a:avLst>
              <a:gd name="adj" fmla="val 26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35096" y="1152144"/>
            <a:ext cx="2273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572768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1810512"/>
            <a:ext cx="2273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AI 리뷰 +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사실이 아닌 것으로 밝혀진 가정 네 개를 기록으로 남김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74664" y="1060704"/>
            <a:ext cx="2566416" cy="1371600"/>
          </a:xfrm>
          <a:prstGeom prst="roundRect">
            <a:avLst>
              <a:gd name="adj" fmla="val 2667"/>
            </a:avLst>
          </a:prstGeom>
          <a:solidFill>
            <a:srgbClr val="F2F6F7"/>
          </a:solidFill>
          <a:ln w="12700">
            <a:solidFill>
              <a:srgbClr val="CFDD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20968" y="1152144"/>
            <a:ext cx="2273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220968" y="1572768"/>
            <a:ext cx="2273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20968" y="1810512"/>
            <a:ext cx="2273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596896"/>
            <a:ext cx="8138160" cy="1225296"/>
          </a:xfrm>
          <a:prstGeom prst="roundRect">
            <a:avLst>
              <a:gd name="adj" fmla="val 2985"/>
            </a:avLst>
          </a:prstGeom>
          <a:solidFill>
            <a:srgbClr val="E4F3F0"/>
          </a:solidFill>
          <a:ln w="12700">
            <a:solidFill>
              <a:srgbClr val="1F8A7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" y="2688336"/>
            <a:ext cx="7735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"국내 종합병원 병동 한 곳의 운영 방식을 기준으로 설계했습니다.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4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현직 간호사 한 분께 확인했고, 병동마다 운영이 다르다는 것도 같은 분께 들었습니다."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04088" y="3163824"/>
            <a:ext cx="7735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"공식 의무기록은 병원 전산이 맡습니다. 인계 메모는 그와 따로 관리됩니다.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53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서비스는 그 인계 메모를 맡아 — 누가 썼고, 누가 받아 확인했고, 무엇이 바뀌었는지를 남깁니다."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477774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근무표가 끝나는 지점에서 시작한다 —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4D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574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7432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10반 황재원   ·   너와나의인계고리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1</cp:revision>
  <dcterms:created xsi:type="dcterms:W3CDTF">2026-09-16T08:10:37Z</dcterms:created>
  <dcterms:modified xsi:type="dcterms:W3CDTF">2026-09-16T08:10:37Z</dcterms:modified>
</cp:coreProperties>
</file>