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제목은 너와 나의 인계고리입니다.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간호사는 하루에 세 번 교대를 합니다. 나가는 사람이 들어오는 사람에게 환자 상태를 넘기는 걸 인계라고 하고, 차지 간호사가 다음 차지에게 전달합니다. 현직 간호사 한 분께 들은 문제는 둘입니다. 넘겼다는 기록은 전산에 남지만 받았다는 기록은 안 남습니다. 한밤중에 메신저로 인계에서 오해한 부분을 다시 물어보는 걸 많이 봤습니다. 그리고 결원이 생기면 수간호사가 일일이 표를 고치고 메신저로 알립니다. 지금 배정이 뭔지, 왜 바뀐 건지는 안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수간호사가 누가 어느 환자의 인계를 맡을지 정합니다. 차지는 병동이 정한 항목을 작성하고 넘깁니다. 다음 차지는 자기만의 언어로 정리하고, 확인했다는 기록이 남습니다. 결원이 생기면 다시 1로 돌아갑니다.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줄로 하면 누가 뭘 맡았고 뭘 주고받았는지 기록이 남는 서비스입니다. 근무표의 그 다음 칸을 붙였습니다.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액터는 둘입니다. 수간호사는 병동 전체를 보고 근무표, 역할, 인계 담당을 정하고 결원이면 재배정합니다. 간호사는 내 근무와 우리 팀 환자, 내가 맡은 인계만 봅니다. 다른 병동 사람은 아무것도 못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기능은 6개인데 핵심은 둘입니다. F-04가 첫 번째 불편, F-05가 두 번째 불편에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로그인에서 두 갈래, 왼쪽이 수간호사, 오른쪽이 간호사입니다. 실선은 화면 이동, 점선은 데이터가 넘어가는 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 화면들은 실제로 도는 데모를 찍은 캡처입니다. 가상 데이터입니다.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하나로 내 근무와 역할, 우리 팀 환자를 한 번에 가져옵니다. 나에게 온 인계와 내가 넘길 인계가 한 화면에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병동 양식이 그대로 복사됩니다. 필수 항목이 비면 넘길 수 없고, 넘기면 전달됨이 되고 고칠 수 없습니다. 받을 사람은 요청에 없습니다. 서버가 다음 근무 담당을 고릅니다.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들어오는 순간 열어봤다는 시점이 기록됩니다. 받은 사람은 자기 말로 요약을 쓰고 확인 처리합니다. 요약이 없으면 확인이 안 됩니다. 이게 받았다는 기록입니다.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4단계입니다. 결원 등록, 대체자 배정, 인계 담당 이관, 대체 완료 확인. 사유는 한 번만 쓰고 나머지는 서버가 복사합니다.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수간호사 첫 화면에선 병동의 현 상황을 파악할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간호사마다 차지, 서브차지, 액팅을 고르고 어느 입원 건의 인계를 맡을지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나머지 화면들입니다.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뭘 바꾸고 썼는지 모든 기록이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인계 한 건은 이 여섯 개만 따라가면 됩니다. 인계 담당은 사람이 아니라 근무에 붙습니다. 인계도 사람 사이가 아니라 담당 사이에서 흐릅니다. 받았다는 기록은 따로 뒀습니다. 인계 항목은 복사본이라 양식을 고쳐도 지난 기록이 안 바뀝니다. 담당이 바뀌어도 이전 기록을 지우지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12개 테이블, 7개 enum 전체입니다. 조직과 사람, 근무·환자·담당, 인계 세 묶음이라는 것만 알고 넘기겠습니다.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OpenAPI로 24개입니다. 화면 11개의 동작을 먼저 세고 겹치는 걸 빼서 24개. 공통 스키마는 components에 두고 $ref로 재사용했습니다.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DELETE가 없습니다. 지울 사건이 없어서입니다. 결원, 이관, 대체, 퇴원 전부 상태로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화면이 정하게 두면 깨지는 값들은 body에서 일부러 뺐습니다. 규칙을 한 곳에 두기 위해서입니다.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막는 이유가 다르면 답도 달라야 합니다. 403은 권한, 409는 지금 상태에선 안 된다, 422는 보낸 내용이 모자라다. 섞지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의무기록은 병원 전산 EMR이 맡고, 제 설계는 인계 메모만 맡습니다. 현장의 카덱스와 통합된다면 쓰겠다는 조건부 의견을 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현직 간호사 한 분이 데모를 직접 썼습니다. 한눈에 확인돼서 좋았다, 가장 먼저 원한 건 질문 기능. 작성자만 고친다는 현장 규칙은 설계와 맞았습니다.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국내 종합병원 한 병동 기준. 인터뷰 한 번, 세션 한 번, 리뷰 32라운드. 데모로 돌려 어긋난 곳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근무표가 끝나는 지점에서 시작한다.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7175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spc="-160" kern="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너와 나의 인계고리</a:t>
            </a:r>
            <a:endParaRPr lang="en-US" sz="4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3324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069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간호사 교대근무 인계·배정 웹서비스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48513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SKALA 4기 웹서비스 미니프로젝트  판교캠퍼스 10반 P345 황재원   2026. 9. 17.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교대할 때 무슨 일이 일어나나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간호사는 하루 세 번 교대한다. 나가는 사람이 들어오는 사람에게 환자 상태를 넘긴다. 이걸 "인계"라고 한다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밤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환자를 밤새 봤다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80360" y="1728216"/>
            <a:ext cx="3383280" cy="292608"/>
          </a:xfrm>
          <a:prstGeom prst="rightArrow">
            <a:avLst/>
          </a:prstGeom>
          <a:solidFill>
            <a:srgbClr val="C24A3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880360" y="13807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88036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상태와 주의사항을 말로, 글로 넘긴다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아침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이제부터 이 환자를 본다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2743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" y="27432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넘겼다는 기록은 남는다. 받았다는 기록은 없다.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"들었다 / 못 들었다"가 갈려도 확인할 데가 없다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3493008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58444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1051560" y="35844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나오면, 수간호사가 표를 고치고 메신저로 다시 알린다.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배정이 무엇인지, 왜 바뀌었는지가 남지 않는다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팀의 책임 간호사를 "차지"라고 부른다. 인계는 차지가 쓰고 다음 근무의 차지가 받는다. 이 발표에 필요한 말은 이게 전부다 [C]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그래서 이 서비스는 세 가지를 한다</a:t>
            </a:r>
            <a:endParaRPr lang="en-US" sz="2500" dirty="0"/>
          </a:p>
        </p:txBody>
      </p:sp>
      <p:sp>
        <p:nvSpPr>
          <p:cNvPr id="21" name="Shape 19"/>
          <p:cNvSpPr/>
          <p:nvPr/>
        </p:nvSpPr>
        <p:spPr>
          <a:xfrm>
            <a:off x="54864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정한다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누가 어느 환자의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맡는지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수간호사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08457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</p:sp>
      <p:sp>
        <p:nvSpPr>
          <p:cNvPr id="27" name="Shape 25"/>
          <p:cNvSpPr/>
          <p:nvPr/>
        </p:nvSpPr>
        <p:spPr>
          <a:xfrm>
            <a:off x="332232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0520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350520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넘긴다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350520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병동이 정한 필수 항목이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비면 넘길 수 없다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50520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차지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85825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</p:sp>
      <p:sp>
        <p:nvSpPr>
          <p:cNvPr id="33" name="Shape 31"/>
          <p:cNvSpPr/>
          <p:nvPr/>
        </p:nvSpPr>
        <p:spPr>
          <a:xfrm>
            <a:off x="609600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7888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3400" dirty="0"/>
          </a:p>
        </p:txBody>
      </p:sp>
      <p:sp>
        <p:nvSpPr>
          <p:cNvPr id="35" name="Text 33"/>
          <p:cNvSpPr txBox="1"/>
          <p:nvPr/>
        </p:nvSpPr>
        <p:spPr>
          <a:xfrm>
            <a:off x="627888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확인한다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27888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사람이 핵심을 자기 말로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요약해야 '확인'이 된다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7888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다음 근무 차지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48640" y="3273552"/>
            <a:ext cx="45720" cy="51206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68096" y="3200400"/>
            <a:ext cx="7607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 1로 돌아가 다시 정한다.  </a:t>
            </a:r>
            <a:pPr indent="0" marL="0"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바뀐 내용은 당사자 화면에 바로 뜨고, 왜 바꿨는지가 같이 남는다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하지 않는 것: 근무표 만들기 · 병원 전산(EMR) 연동 · 실제 환자정보 · 의학적 판단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무엇을 만들었나</a:t>
            </a:r>
            <a:endParaRPr lang="en-US" sz="2500" dirty="0"/>
          </a:p>
        </p:txBody>
      </p:sp>
      <p:sp>
        <p:nvSpPr>
          <p:cNvPr id="36" name="Shape 34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교대로 일하는 병동의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32232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언제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332232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인계를 주고받을 때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09600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불편했나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09600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누가 받았는지 남는 기록이 없다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" y="2331720"/>
            <a:ext cx="45720" cy="932688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68096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무엇을 맡았고, 무엇을 주고받았는지가 남는다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68096" y="26791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하지 않은 것   </a:t>
            </a:r>
            <a:pPr indent="0" marL="0"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쓰나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두 사람. 다른 병동 사람은 못 들어온다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쓰는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맡은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8C9199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병동 사람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아무것도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기능</a:t>
            </a:r>
            <a:endParaRPr lang="en-US" sz="2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017520"/>
                <a:gridCol w="2103120"/>
                <a:gridCol w="77724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ID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막힐 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확정된 근무표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403, 409, 입력 모자람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남의 배정 조회는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액팅은 읽기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9, 10, 11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재확인·퇴원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6, 7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F-06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Shape 3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화면 흐름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 흐름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로그인에서 두 갈래. 실선은 화면 이동, 점선은 데이터가 넘어가는 길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ui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6713" y="1152144"/>
            <a:ext cx="4810575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화면들을 읽는 법</a:t>
            </a:r>
            <a:endParaRPr lang="en-US" sz="2500" dirty="0"/>
          </a:p>
        </p:txBody>
      </p:sp>
      <p:sp>
        <p:nvSpPr>
          <p:cNvPr id="36" name="Shape 34"/>
          <p:cNvSpPr/>
          <p:nvPr/>
        </p:nvSpPr>
        <p:spPr>
          <a:xfrm>
            <a:off x="640080" y="1490472"/>
            <a:ext cx="274320" cy="274320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133856" y="11887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빨간 원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194560" y="11887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가 호출되는 곳. 어떤 주소로 무엇을 하는지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48640" y="210312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2404872"/>
            <a:ext cx="274320" cy="274320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33856" y="21031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검은 원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194560" y="21031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이동하는 곳. 이 버튼을 누르면 어디로 가는지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48640" y="301752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0080" y="3319272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133856" y="30175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빨간 테두리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2194560" y="30175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막히는 곳. 오류와 예외. 왜 막는지가 이 설계의 핵심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캡처는 전부 실제로 도는 데모에서 찍었다. 가상 데이터이고, 화면에 보이는 주소가 그대로 API 명세의 주소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간호사 첫 화면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근무, 우리 팀 환자, 받은 인계와 보낼 인계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8_myshift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823058" y="1522171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823058" y="152217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3064459" y="185409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064459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597554" y="185409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597554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616806" y="2326843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616806" y="2326843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/me/shifts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내 근무와 역할, 우리 팀 환자를 한 번에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담당이 없어도 근무와 역할은 보인다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왼쪽은 앞 근무에서 나에게 온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'확인' 버튼은 내가 받을 사람일 때만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오른쪽은 내가 다음 근무로 넘길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방향이 한 화면에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인계 작성 화면으로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액팅에게는 이 버튼이 없다. 읽기만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팀, 같은 시간에 일하면 인계를 읽을 수 있다. '확인'은 그 환자를 맡은 차지만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쓰기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필수 항목이 비면 넘길 수 없다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9_handover_writ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4357" y="1152144"/>
            <a:ext cx="3416599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1254357" y="1152144"/>
            <a:ext cx="3416599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10197" y="1955562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110197" y="195556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1820086" y="1531031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820086" y="153103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335377" y="418854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335377" y="418854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1880026" y="2025118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880026" y="20251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작성을 시작하면 병동 양식을 그대로 복사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필수 항목이 비어 있으면 넘길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넘기면 '작성 중'에서 '전달됨'으로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입력한 내용은 임시저장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받기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요약을 써야 확인이 된다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10_handover_receiv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881" y="1152144"/>
            <a:ext cx="3451551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1236881" y="1152144"/>
            <a:ext cx="3451551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3214221" y="1591621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214221" y="159162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1869933" y="367057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869933" y="36705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369238" y="4176990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369238" y="417699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1809379" y="4012224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809379" y="401222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지금 상태는 '확인 대기'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받은 사람이 자기 말로 쓴 요약이 여기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확인 처리. 이때 '확인됨'이 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요약이 없으면 확인되지 않는다(422)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재배정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사람이 판단하는 자리와 시스템이 막는 자리를 나눴다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6_reassign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178" y="1152144"/>
            <a:ext cx="3572956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1176178" y="1152144"/>
            <a:ext cx="3572956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77219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77219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489290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489290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20388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20388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968619" y="2249625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968619" y="224962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등록. 사유를 사람이 쓰는 유일한 자리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대신 설지 정한다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맡고 있던 인계를 넘긴다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대체자 없이 '완료'라고 적을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수간호사 첫 화면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숫자를 누르면 그 숫자의 근거로 내려간다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2_dash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551" y="1152144"/>
            <a:ext cx="4522209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01551" y="1152144"/>
            <a:ext cx="4522209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481420" y="1608582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481420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389035" y="1608582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389035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293477" y="160540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293477" y="160540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201092" y="1608582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201092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B333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/wards/{id}/shift-assignments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오늘 누가 나오는지. 누르면 명단이 펼쳐진다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 등록 화면과 같은 API 를 다시 쓴다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B333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같은 응답을 역할별로 묶음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무엇을 맡았는지, 역할별로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 위해 새 API 를 만들지 않았다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/wards/{id}/handovers?status=SENT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아직 확인 안 된 인계. 누르면 어느 건인지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숫자와 목록이 같은 조건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목록은 접지 않고 항상 보인다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접히면 '재배정 필요'를 놓친다. 타일을 누르면 그 자리로 내려간다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"인계 미작성 N건"은 안 넣었다. 병원 전산과 연결이 없어서 "썼어야 했는데 안 쓴 건"을 셀 방법이 없다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역할과 인계 담당 정하기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환자는 팀이 같이 본다. 여기서 정하는 건 인계를 맡을 사람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4_assignment_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78001" y="1733398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378001" y="17333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896819" y="2132381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896819" y="213238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735019" y="212902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735019" y="212902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5870448" y="11887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/shift-assignments/{id}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역할은 고르는 즉시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버튼이 따로 없다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577840" y="225704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577840" y="23484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23484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22936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 근무에서 누가 어느 입원 건의 인계를 맡을지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기본값은 그 팀의 차지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336194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34533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34533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33985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담당을 더한다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역할로 강제하지 않는다. 차지가 빠지면 누가 올라가는지 확인 못 해서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'담당 환자 배정'이 아니라 '인계 담당 지정'. 환자는 팀이 같이 본다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1</a:t>
            </a:r>
            <a:endParaRPr lang="en-US" sz="2500" dirty="0"/>
          </a:p>
        </p:txBody>
      </p:sp>
      <p:pic>
        <p:nvPicPr>
          <p:cNvPr id="36" name="Image 0" descr="/Users/hwangjaewon/skala-workspace/skala-webservice-mini/assets/1_login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0398"/>
            <a:ext cx="2535936" cy="1584960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48640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로그인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누구로 들어갈지 고르는 데모용 화면. 실제 인증은 병원 시스템 몫</a:t>
            </a:r>
            <a:endParaRPr lang="en-US" sz="1050" dirty="0"/>
          </a:p>
        </p:txBody>
      </p:sp>
      <p:pic>
        <p:nvPicPr>
          <p:cNvPr id="39" name="Image 1" descr="/Users/hwangjaewon/skala-workspace/skala-webservice-mini/assets/3_shift_register_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근무표 등록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역할은 여기서 안 정한다. 다른 병동 지원 근무도 등록된다</a:t>
            </a:r>
            <a:endParaRPr lang="en-US" sz="1050" dirty="0"/>
          </a:p>
        </p:txBody>
      </p:sp>
      <p:pic>
        <p:nvPicPr>
          <p:cNvPr id="42" name="Image 2" descr="/Users/hwangjaewon/skala-workspace/skala-webservice-mini/assets/5_handover_template_mana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636040"/>
            <a:ext cx="2535936" cy="1633677"/>
          </a:xfrm>
          <a:prstGeom prst="rect">
            <a:avLst/>
          </a:prstGeom>
        </p:spPr>
      </p:pic>
      <p:sp>
        <p:nvSpPr>
          <p:cNvPr id="43" name="Shape 38"/>
          <p:cNvSpPr/>
          <p:nvPr/>
        </p:nvSpPr>
        <p:spPr>
          <a:xfrm>
            <a:off x="6059424" y="1636040"/>
            <a:ext cx="2535936" cy="1633677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항목 정하기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선택이 없다. 고쳐도 이미 쓴 인계는 안 바뀐다</a:t>
            </a:r>
            <a:endParaRPr lang="en-US" sz="1050" dirty="0"/>
          </a:p>
        </p:txBody>
      </p:sp>
      <p:sp>
        <p:nvSpPr>
          <p:cNvPr id="45" name="Shape 40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항목을 병동 하나로 통일한 건 인터뷰 결과. 받는 사람이 늘 차지라서 역할별로 나눌 이유가 없었다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2</a:t>
            </a:r>
            <a:endParaRPr lang="en-US" sz="2500" dirty="0"/>
          </a:p>
        </p:txBody>
      </p:sp>
      <p:pic>
        <p:nvPicPr>
          <p:cNvPr id="36" name="Image 0" descr="/Users/hwangjaewon/skala-workspace/skala-webservice-mini/assets/7_change_history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2562"/>
            <a:ext cx="2535936" cy="2780632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48640" y="1062562"/>
            <a:ext cx="2535936" cy="2780632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바뀐 내역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사유는 한 번만 쓰고 나머지는 서버가 복사한다</a:t>
            </a:r>
            <a:endParaRPr lang="en-US" sz="1050" dirty="0"/>
          </a:p>
        </p:txBody>
      </p:sp>
      <p:pic>
        <p:nvPicPr>
          <p:cNvPr id="39" name="Image 1" descr="/Users/hwangjaewon/skala-workspace/skala-webservice-mini/assets/11_handover_history_n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인계 이력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'대체됨'은 읽기 전용, 미확인 수에서 빠진다</a:t>
            </a:r>
            <a:endParaRPr lang="en-US" sz="1050" dirty="0"/>
          </a:p>
        </p:txBody>
      </p:sp>
      <p:pic>
        <p:nvPicPr>
          <p:cNvPr id="42" name="Image 2" descr="/Users/hwangjaewon/skala-workspace/skala-webservice-mini/assets/8_myshift_nurse_stat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572864"/>
            <a:ext cx="2535936" cy="1760029"/>
          </a:xfrm>
          <a:prstGeom prst="rect">
            <a:avLst/>
          </a:prstGeom>
        </p:spPr>
      </p:pic>
      <p:sp>
        <p:nvSpPr>
          <p:cNvPr id="43" name="Shape 38"/>
          <p:cNvSpPr/>
          <p:nvPr/>
        </p:nvSpPr>
        <p:spPr>
          <a:xfrm>
            <a:off x="6059424" y="1572864"/>
            <a:ext cx="2535936" cy="1760029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비어 있을 때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 대신 다음에 할 일을 적는다</a:t>
            </a:r>
            <a:endParaRPr lang="en-US" sz="1050" dirty="0"/>
          </a:p>
        </p:txBody>
      </p:sp>
      <p:sp>
        <p:nvSpPr>
          <p:cNvPr id="45" name="Shape 40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화면을 설계했다는 것 자체가 권한을 세 갈래로 나눈 이유다. 인계 담당이 없어도 근무는 보여야 한다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핵심 데이터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인계 한 건이 만들어져 확인되기까지 거치는 표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erd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2789190" cy="3534156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3630438" y="1188720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근무, 담당, 인계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3630438" y="2035683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630438" y="2072259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받았다는 기록을 따로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3630438" y="2919222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630438" y="2955798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항목은 복사본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3630438" y="3802761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630438" y="3839337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지우지 않는다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PK·FK 와 관계(1:N, 1:1)는 그림에, 속성 타입·unique·not null 같은 제약조건은 DBML 에. 수신 기록은 인계당 1건(unique)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전체 12개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자세히 읽는 그림이 아니라 얼마나 나뉘어 있는지 보는 지도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erd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4277"/>
            <a:ext cx="8046720" cy="1830433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명세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24개 전부. 주소 21개, 명세 오류 0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swagg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5295" y="1152144"/>
            <a:ext cx="5393410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응답 봉투·오류 형식·스키마 24개를 components 에 두고 $ref 로 164회 재사용했다. 로그인·인증은 병원 시스템 몫이라 명세에 없다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24개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화면에서 보이던 주소가 그대로 명세의 주소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배정 보드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조회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교체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재배정 진입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7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바뀐 내역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8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근무, 우리 팀 환자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11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인계 이력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작성 시작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9·10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상세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임시저장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넘기기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열람 기록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요약 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처리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미확인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집계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일부러 요청에서 안 받는 값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Path·Query·Body 중, 화면이 정하게 두면 깨지는 것들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값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서버가 정하나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인계를 받을 사람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사유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화면 버튼 판정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38" name="Image 0" descr="/Users/hwangjaewon/skala-workspace/skala-webservice-mini/assets/swagger_hand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170432"/>
            <a:ext cx="2743200" cy="265176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5852160" y="1170432"/>
            <a:ext cx="2743200" cy="26517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852160" y="3895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41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막을 때 주는 답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막는 이유가 다르면 답도 달라야 한다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5029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답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뜻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 안 됨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요청의 기본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404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그런 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409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422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보낸 내용이 모자라다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형식이 깨진 요청(400)은 프레임워크 기본 처리이고, 명세는 뜻이 모자란 요청을 422 로 통일했다. 인계 상태는 작성 중, 전달됨, 확인됨 순서로만 간다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병원 전산(EMR)과 연결이 없다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맡고, 이 설계는 인계 메모만. 카덱스를 대체하는지는 "통합적으로 작용한다면"이 조건인 긍정 [C]. 통합이 안 되면 병행이고 두 번 입력하게 된다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요약을 성의 있게 썼는지는 못 본다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3" name="Text 41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차지가 인계를 안 써도 못 막는다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"이건 적어 주세요"라고 한 걸 반영했는지 이력으로 남기는 건 범위 밖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확인해 준 분이 한 명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 화면은 한 분께 확인받았고, 수간호사 화면은 아직 가설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19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49" name="Text 47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앞으로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질문과 답변(참여자가 가장 먼저 요청한 것), 접근 기록, 팀원 명단, 역할 교환 이력. 누가 뭘 열어봤는지 남기는 기록이 없고, 같은 근무 팀원이 "오늘 우리 팀 차지가 누구인지" 보는 화면도 없다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써 본 사람의 말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말한 그대로 옮겼다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 rot="-90000">
            <a:off x="548640" y="1207008"/>
            <a:ext cx="4754880" cy="2743200"/>
          </a:xfrm>
          <a:prstGeom prst="rect">
            <a:avLst/>
          </a:prstGeom>
          <a:solidFill>
            <a:srgbClr val="FFF3B3"/>
          </a:solidFill>
          <a:ln/>
        </p:spPr>
      </p:sp>
      <p:sp>
        <p:nvSpPr>
          <p:cNvPr id="38" name="Text 36"/>
          <p:cNvSpPr txBox="1"/>
          <p:nvPr/>
        </p:nvSpPr>
        <p:spPr>
          <a:xfrm rot="-90000">
            <a:off x="777240" y="1344168"/>
            <a:ext cx="4297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UI는 불편함 없이 오히려 한눈에 인계를 확인할 수 있어서 좋았다. 다만 꼭 있으면 좋겠는 기능이 있다. 인계 해준 사람한테 질문을 할 수 있는 기능을 추가해달라. 수간호사한테 결원 배정을 쉽게 할 수 있는 기능도 너무 도움이 될 것 같아. 옆에서 지켜봤을 때, 근무표 만드는 것도 힘들어 보이긴 했지만 그것보다 심사과에서 심사하러 올 때 잘보여야 되는데 처방 누락건이 종종 있어서 이거에 대하여 누락건 잡아내는 시스템이 있으면 너무 좋겠다.</a:t>
            </a:r>
            <a:endParaRPr lang="en-US" sz="18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0" y="12070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기록에 대해 더 들은 것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0" y="15544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0" y="1591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인계 기록은 같은 병동이면 열람 자체는 권한이 필요 없다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0" y="20116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69280" y="20482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당연히 차지가 써야 하고, 액팅은 암묵적으로 건드리지 않는다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0" y="24688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69280" y="2505456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차지가 카덱스에서 "이거는 굳이 필요 없겠는데" 싶어 혼자 임의로 지운 기록이 나중에 알고 보니 진짜 중요한 기록이어서 문제가 된 적이 있었다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0" y="3218688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669280" y="3255264"/>
            <a:ext cx="29260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인계 기록은 수간호사도 수정 없이, 오직 본인이 작성한 인계 기록만 수정 권한이 있으면 좋겠다. 시점상 인계를 넘기기 직전까지만 수정 가능하고, 넘기고 확인 후에는 본인도 수정·삭제 불가능한 게 올바르다고 동의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[C] 현직 간호사 1명 · 데모를 써 본 뒤 대면으로 · 편의표본 · 말한 그대로, 해석은 뒤 두 장에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어떻게 확인했나</a:t>
            </a:r>
            <a:endParaRPr lang="en-US" sz="2500" dirty="0"/>
          </a:p>
        </p:txBody>
      </p:sp>
      <p:sp>
        <p:nvSpPr>
          <p:cNvPr id="36" name="Shape 34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1명</a:t>
            </a:r>
            <a:endParaRPr lang="en-US" sz="34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1회 + 대면 세션 1회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데모를 직접 써 보게 했다 [C]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2232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31</a:t>
            </a:r>
            <a:endParaRPr lang="en-US" sz="3400" dirty="0"/>
          </a:p>
        </p:txBody>
      </p:sp>
      <p:sp>
        <p:nvSpPr>
          <p:cNvPr id="42" name="Text 40"/>
          <p:cNvSpPr txBox="1"/>
          <p:nvPr/>
        </p:nvSpPr>
        <p:spPr>
          <a:xfrm>
            <a:off x="332232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332232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AI 리뷰와 자체 점검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09600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50/50</a:t>
            </a:r>
            <a:endParaRPr lang="en-US" sz="3400" dirty="0"/>
          </a:p>
        </p:txBody>
      </p:sp>
      <p:sp>
        <p:nvSpPr>
          <p:cNvPr id="46" name="Text 44"/>
          <p:cNvSpPr txBox="1"/>
          <p:nvPr/>
        </p:nvSpPr>
        <p:spPr>
          <a:xfrm>
            <a:off x="609600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609600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 데모로 규칙을 전부 실행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48640" y="2697480"/>
            <a:ext cx="45720" cy="1188720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68096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768096" y="328269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ln w="31750">
            <a:solidFill>
              <a:srgbClr val="2B33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7474" y="1737360"/>
            <a:ext cx="640080" cy="640080"/>
          </a:xfrm>
          <a:prstGeom prst="ellipse">
            <a:avLst/>
          </a:prstGeom>
          <a:ln w="31750">
            <a:solidFill>
              <a:srgbClr val="C24A3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560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spc="-10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근무표가 끝나는 지점에서 시작한다.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 나의 인계고리 — 프로젝트 기술서</dc:title>
  <dc:subject>PptxGenJS Presentation</dc:subject>
  <dc:creator>황재원</dc:creator>
  <cp:lastModifiedBy>황재원</cp:lastModifiedBy>
  <cp:revision>1</cp:revision>
  <dcterms:created xsi:type="dcterms:W3CDTF">2026-09-17T02:32:56Z</dcterms:created>
  <dcterms:modified xsi:type="dcterms:W3CDTF">2026-09-17T02:32:56Z</dcterms:modified>
</cp:coreProperties>
</file>