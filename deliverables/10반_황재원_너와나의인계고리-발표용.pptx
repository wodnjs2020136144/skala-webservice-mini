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94" r:id="rId45"/>
    <p:sldId id="295" r:id="rId46"/>
    <p:sldId id="258" r:id="rId4"/>
    <p:sldId id="266" r:id="rId12"/>
    <p:sldId id="267" r:id="rId13"/>
    <p:sldId id="272" r:id="rId18"/>
    <p:sldId id="273" r:id="rId19"/>
    <p:sldId id="274" r:id="rId20"/>
    <p:sldId id="279" r:id="rId25"/>
    <p:sldId id="287" r:id="rId33"/>
    <p:sldId id="292" r:id="rId43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4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5" Type="http://schemas.openxmlformats.org/officeDocument/2006/relationships/slide" Target="slides/slide26.xml"/><Relationship Id="rId33" Type="http://schemas.openxmlformats.org/officeDocument/2006/relationships/slide" Target="slides/slide34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37.xml"/><Relationship Id="rId45" Type="http://schemas.openxmlformats.org/officeDocument/2006/relationships/slide" Target="slides/slide2.xml"/><Relationship Id="rId46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50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18745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너와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나의</a:t>
            </a:r>
            <a:r>
              <a:rPr lang="ko-KR" altLang="en-US" sz="36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36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인계고리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548640" y="33467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 교대근무 인계·배정 웹서비스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027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SKALA 4기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웹서비스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sz="1000" dirty="0" err="1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미니프로젝트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판교캠퍼스</a:t>
            </a:r>
            <a:r>
              <a:rPr 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10반 P345 황재원   2026. 9.</a:t>
            </a:r>
            <a:r>
              <a:rPr lang="ko-KR" altLang="en-US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</a:t>
            </a:r>
            <a:r>
              <a:rPr lang="en-US" altLang="ko-KR" sz="10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교대할 때 무슨 일이 일어나나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간호사는 하루 세 번 교대한다. 나가는 사람이 들어오는 사람에게 환자 상태를 넘긴다. 이걸 "인계"라고 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103120" cy="9144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9202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A2926"/>
                </a:solidFill>
                <a:latin typeface="Apple SD Gothic Neo"/>
              </a:rPr>
              <a:t>밤 근무 간호사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환자를 밤새 봤다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80360" y="1682496"/>
            <a:ext cx="3383280" cy="292608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135331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인계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011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환자 상태와 주의사항을 말로, 글로 넘긴다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71600"/>
            <a:ext cx="2103120" cy="9144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371600"/>
            <a:ext cx="192023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A2926"/>
                </a:solidFill>
                <a:latin typeface="Apple SD Gothic Neo"/>
              </a:rPr>
              <a:t>아침 근무 간호사</a:t>
            </a:r>
          </a:p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이제부터 이 환자를 본다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2606040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715768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9772E"/>
                </a:solidFill>
                <a:latin typeface="Apple SD Gothic Neo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71576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A2926"/>
                </a:solidFill>
                <a:latin typeface="Apple SD Gothic Neo"/>
              </a:rPr>
              <a:t>넘겼다는 기록은 남는다. 받았다는 기록은 없다.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나중에 "들었다 / 못 들었다"가 갈려도 확인할 데가 없다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474720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584448"/>
            <a:ext cx="365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9772E"/>
                </a:solidFill>
                <a:latin typeface="Apple SD Gothic Ne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58444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A2926"/>
                </a:solidFill>
                <a:latin typeface="Apple SD Gothic Neo"/>
              </a:rPr>
              <a:t>누가 못 나오면, 수간호사가 표를 고치고 메신저로 다시 알린다.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지금 배정이 무엇인지, 왜 바뀌었는지가 남지 않는다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한 팀의 책임 간호사를 "차지"라고 부른다. 인계는 차지가 쓰고 다음 근무의 차지가 받는다. 이 발표에 필요한 말은 이게 전부다 [C]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그래서 이 서비스는 세 가지를 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그날 누가 어느 환자의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인계를 맡는지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수간호사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84576" y="1920240"/>
            <a:ext cx="201167" cy="182880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520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520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넘긴다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병동이 정한 필수 항목이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비면 넘길 수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차지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58256" y="1920240"/>
            <a:ext cx="201167" cy="182880"/>
          </a:xfrm>
          <a:prstGeom prst="rightArrow">
            <a:avLst/>
          </a:prstGeom>
          <a:solidFill>
            <a:srgbClr val="1F8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noFill/>
          <a:ln w="9525">
            <a:solidFill>
              <a:srgbClr val="E6E0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07007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8A7E"/>
                </a:solidFill>
                <a:latin typeface="Apple SD Gothic Ne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664207"/>
            <a:ext cx="21336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2926"/>
                </a:solidFill>
                <a:latin typeface="Apple SD Gothic Neo"/>
              </a:rPr>
              <a:t>확인한다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11680"/>
            <a:ext cx="2133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받은 사람이 핵심을 자기 말로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55524B"/>
                </a:solidFill>
                <a:latin typeface="Apple SD Gothic Neo"/>
              </a:rPr>
              <a:t>요약해야 '확인'이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2578608"/>
            <a:ext cx="2133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A867C"/>
                </a:solidFill>
                <a:latin typeface="Apple SD Gothic Neo"/>
              </a:rPr>
              <a:t>다음 근무 차지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2926"/>
                </a:solidFill>
                <a:latin typeface="Apple SD Gothic Neo"/>
              </a:rPr>
              <a:t>누가 못 나오면 1로 돌아가 다시 정한다.  </a:t>
            </a:r>
            <a:r>
              <a:rPr sz="1050" b="0">
                <a:solidFill>
                  <a:srgbClr val="55524B"/>
                </a:solidFill>
                <a:latin typeface="Apple SD Gothic Neo"/>
              </a:rPr>
              <a:t>바뀐 내용은 당사자 화면에 바로 뜨고, 왜 바꿨는지가 같이 남는다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하지 않는 것: 근무표 만들기 · 병원 전산(EMR) 연동 · 실제 환자정보 · 의학적 판단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 무엇을 만들었나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무엇을 만들었나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교대로 일하는 병동의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32232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언제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교대할 때 인계를 주고받을 때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96000" y="10972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무엇이 불편했나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53312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인계를 누가 받았는지 남는 기록이 없다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68096" y="228600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무엇을 맡았고, 무엇을 주고받았는지가 남는다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3347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56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B9772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 않은 것   </a:t>
            </a:r>
            <a:r>
              <a:rPr lang="en-US" sz="10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 누가 쓰나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기능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524250"/>
        </p:xfrm>
        <a:graphic>
          <a:graphicData uri="http://schemas.openxmlformats.org/drawingml/2006/table">
            <a:tbl>
              <a:tblPr/>
              <a:tblGrid>
                <a:gridCol w="59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ID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화면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막힐 때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확정된 근무표 등록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403, 409, 입력 모자람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남의 배정 조회는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F-04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액팅은 읽기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9, 10, 11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재확인·퇴원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6, 7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77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F-06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수간호사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 화면 흐름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흐름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로그인에서 두 갈래. 실선은 화면 이동, 점선은 데이터가 넘어가는 길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ui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466" y="1097280"/>
            <a:ext cx="5129068" cy="35341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쓰기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비면 넘길 수 없다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9_handover_writ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681" y="1115568"/>
            <a:ext cx="3623951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50681" y="1115568"/>
            <a:ext cx="3623951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064289" y="197357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2064289" y="197357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56571" y="1523277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756571" y="15232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3825" y="43420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63825" y="43420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0149" y="204735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20149" y="204735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작성을 시작하면 병동 양식을 그대로 복사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필수 항목이 비어 있으면 넘길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넘기면 '작성 중'에서 '전달됨'으로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입력한 내용은 임시저장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받기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요약을 써야 확인이 된다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10_handover_receive_n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144" y="1115568"/>
            <a:ext cx="3661024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32144" y="1115568"/>
            <a:ext cx="3661024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235316" y="1587543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235316" y="15875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09443" y="3792671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09443" y="37926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99741" y="43298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99741" y="43298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745214" y="4155052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745214" y="415505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상태는 '확인 대기'</a:t>
            </a:r>
            <a:endParaRPr lang="en-US" sz="9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받은 사람이 자기 말로 쓴 요약이 여기 저장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확인 처리. 이때 '확인됨'이 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요약이 없으면 확인되지 않는다(422)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 화면과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재배정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사람이 판단하는 자리와 시스템이 막는 자리를 나눴다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6_reassign_mana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757" y="1115568"/>
            <a:ext cx="3789797" cy="35158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67757" y="1115568"/>
            <a:ext cx="3789797" cy="3515868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05769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705769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6638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46638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24348" y="1721666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224348" y="1721666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035497" y="228548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4035497" y="22854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07008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0700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52144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결원 등록. 사유를 사람이 쓰는 유일한 자리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94535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85975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8597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31111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누가 대신 설지 정한다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73502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64942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6494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910078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맡고 있던 인계를 넘긴다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7524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8439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8439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789045"/>
            <a:ext cx="2706624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r>
              <a:rPr lang="en-US" sz="950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대체자 없이 '완료'라고 적을 수 없다</a:t>
            </a:r>
            <a:endParaRPr lang="en-US" sz="8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 데이터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</a:t>
            </a:r>
            <a:r>
              <a:rPr lang="en-US" sz="2200" b="1" dirty="0" err="1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한 건이 만들어져 확인되기까지 거치는 표</a:t>
            </a:r>
            <a:endParaRPr lang="en-US" sz="1150" dirty="0"/>
          </a:p>
        </p:txBody>
      </p:sp>
      <p:pic>
        <p:nvPicPr>
          <p:cNvPr id="6" name="Image 0" descr="/Users/hwangjaewon/skala-workspace/skala-webservice-mini/assets/erd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15568"/>
            <a:ext cx="2774757" cy="35158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16005" y="1152144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근무, 담당, 인계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16005" y="1994535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616005" y="2031111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받았다는 기록을 따로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16005" y="2873502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616005" y="2910078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항목은 복사본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16005" y="3752469"/>
            <a:ext cx="4979355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616005" y="3789045"/>
            <a:ext cx="49793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지우지 않는다
</a:t>
            </a:r>
            <a:r>
              <a:rPr lang="en-US" sz="9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 API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막을 때 주는 답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막는 이유가 다르면 답도 달라야 한다</a:t>
            </a:r>
            <a:endParaRPr lang="en-US" sz="11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33856"/>
          <a:ext cx="8046720" cy="342443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답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 서비스에서는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로그인 안 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요청의 기본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B9772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403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404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그런 건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F8A7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422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2926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보낸 내용이 모자라다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인계 상태는 작성 중, 전달됨, 확인됨 순서로만 간다. 되돌아가지 않는다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8A867C"/>
                </a:solidFill>
                <a:latin typeface="Apple SD Gothic Neo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08  고민과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A2926"/>
                </a:solidFill>
                <a:latin typeface="Apple SD Gothic Neo"/>
              </a:rPr>
              <a:t>써 본 사람의 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86384"/>
            <a:ext cx="8046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24B"/>
                </a:solidFill>
                <a:latin typeface="Apple SD Gothic Neo"/>
              </a:rPr>
              <a:t>현직 간호사 1명이 데모를 직접 써 봤다. 대면, 편의표본, 과제 형식은 아님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521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1521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화면은 설명 없이 읽혔다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"한눈에 인계를 확인할 수 있어서 좋았다" [C]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간호사 화면 = 확인 1명. 수간호사 화면은 여전히 가설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44344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844344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844344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현장 규칙 세 개가 설계와 맞았다 [C]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인계는 차지가 쓰고 액팅은 건드리지 않는다 · 작성한 본인만, 넘기기 전까지만 고친다, 수간호사도 예외 없음 → 우리 403·409 그대로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지운 기록이 문제 된 적이 있다. 차지가 "필요 없겠다" 싶어 지운 기록이 나중에 중요했다 → 우리 설계엔 지우는 동작이 없고 지난 인계는 남는다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536545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36545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536545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설계와 다른 점 하나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현장은 같은 병동이면 인계 열람에 권한이 없다. 우리는 같은 팀·같은 근무로 좁혔다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넓히는 건 판정 조건 한 줄이고 데이터 구조는 그대로. 보완으로 둔다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28746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28746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3228746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이중 작성은 지금도 있다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EMR 에 적은 걸 카덱스에 또 적는 건 당연한 일로 여긴다. "카덱스 대신 통합적으로 작용한다면 쓰겠다"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이중 입력 우려는 풀렸다. 대체는 "통합"이 조건인 긍정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3920947"/>
            <a:ext cx="804672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920947"/>
            <a:ext cx="36576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8A7E"/>
                </a:solidFill>
                <a:latin typeface="Apple SD Gothic Ne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920947"/>
            <a:ext cx="7589520" cy="692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2A2926"/>
                </a:solidFill>
                <a:latin typeface="Apple SD Gothic Neo"/>
              </a:rPr>
              <a:t>가장 먼저 요청한 것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55524B"/>
                </a:solidFill>
                <a:latin typeface="Apple SD Gothic Neo"/>
              </a:rPr>
              <a:t>인계해 준 사람에게 질문을 보내고, 알림이 가고, 답이 돌아오는 것</a:t>
            </a:r>
          </a:p>
          <a:p>
            <a:pPr algn="l">
              <a:lnSpc>
                <a:spcPct val="112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데이터 모델에 "③ closed-loop, 범위 밖"으로 적어 둔 그 자리. 다음 순서 1번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4722876"/>
            <a:ext cx="7498080" cy="0"/>
          </a:xfrm>
          <a:prstGeom prst="line">
            <a:avLst/>
          </a:prstGeom>
          <a:ln w="6350">
            <a:solidFill>
              <a:srgbClr val="E6E0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A867C"/>
                </a:solidFill>
                <a:latin typeface="Apple SD Gothic Neo"/>
              </a:rPr>
              <a:t>참여자는 이렇게 말했다. "간호사들은 이렇다"가 아니다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143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27432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08  고민과 한계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어떻게 확인했나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1명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현직 간호사 인터뷰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병동마다 다르다는 것도 같은 분께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리뷰와 자체 점검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24128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8A7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50/50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554480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10512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가상 데이터 데모로 규칙을 전부 실행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68096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3697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722876"/>
            <a:ext cx="749808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777740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67C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22860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A29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감사합니다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3945</Words>
  <Application>Microsoft Macintosh PowerPoint</Application>
  <PresentationFormat>화면 슬라이드 쇼(16:9)</PresentationFormat>
  <Paragraphs>685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Apple SD Gothic Neo</vt:lpstr>
      <vt:lpstr>Arial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너와나의인계고리 — 프로젝트 기술서</dc:title>
  <dc:subject>PptxGenJS Presentation</dc:subject>
  <dc:creator>황재원</dc:creator>
  <cp:lastModifiedBy>황재원</cp:lastModifiedBy>
  <cp:revision>4</cp:revision>
  <dcterms:created xsi:type="dcterms:W3CDTF">2026-09-16T09:12:20Z</dcterms:created>
  <dcterms:modified xsi:type="dcterms:W3CDTF">2026-09-16T15:22:06Z</dcterms:modified>
</cp:coreProperties>
</file>