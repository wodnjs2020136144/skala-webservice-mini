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78"/>
    <p:restoredTop sz="94545"/>
  </p:normalViewPr>
  <p:slideViewPr>
    <p:cSldViewPr snapToGrid="0" snapToObjects="1">
      <p:cViewPr varScale="1">
        <p:scale>
          <a:sx n="195" d="100"/>
          <a:sy n="195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4067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제목은 너와 나의 </a:t>
            </a:r>
            <a:r>
              <a:rPr lang="ko-KR" altLang="en-US" dirty="0" err="1"/>
              <a:t>인계고리입니다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우선 </a:t>
            </a:r>
            <a:r>
              <a:rPr lang="ko-KR" altLang="en-US" dirty="0" err="1"/>
              <a:t>중요한건</a:t>
            </a:r>
            <a:r>
              <a:rPr lang="ko-KR" altLang="en-US" dirty="0"/>
              <a:t> 제 여자친구가 간호사입니다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ko-KR" altLang="en-US" dirty="0" err="1"/>
              <a:t>그러다보니</a:t>
            </a:r>
            <a:r>
              <a:rPr lang="ko-KR" altLang="en-US" dirty="0"/>
              <a:t> 자연스럽게 간호사들의 교대근무에서 어떤 점이 불편한지 종종 </a:t>
            </a:r>
            <a:r>
              <a:rPr lang="ko-KR" altLang="en-US" dirty="0" err="1"/>
              <a:t>듣곤했습니다</a:t>
            </a:r>
            <a:r>
              <a:rPr lang="en-US" altLang="ko-KR" dirty="0"/>
              <a:t>.</a:t>
            </a:r>
            <a:r>
              <a:rPr lang="ko-KR" altLang="en-US" dirty="0"/>
              <a:t> 간호사는 하루에 총 세번 교대를 합니다</a:t>
            </a:r>
            <a:r>
              <a:rPr lang="en-US" altLang="ko-KR" dirty="0"/>
              <a:t>.</a:t>
            </a:r>
            <a:r>
              <a:rPr lang="ko-KR" altLang="en-US" dirty="0"/>
              <a:t> 나가는 사람이 들어오는 사람에게 환자의 상태를 넘기는 걸 인계라고 합니다</a:t>
            </a:r>
            <a:r>
              <a:rPr lang="en-US" altLang="ko-KR" dirty="0"/>
              <a:t>.</a:t>
            </a:r>
            <a:r>
              <a:rPr lang="ko-KR" altLang="en-US" dirty="0"/>
              <a:t> 인계는 기록의 책임을 갖는 차지 간호사가 다음 근무의 차지 간호사에게 전달하게 됩니다</a:t>
            </a:r>
            <a:r>
              <a:rPr lang="en-US" altLang="ko-KR" dirty="0"/>
              <a:t>.</a:t>
            </a:r>
            <a:r>
              <a:rPr lang="ko-KR" altLang="en-US" dirty="0"/>
              <a:t> 이때 문제는 둘입니다</a:t>
            </a:r>
            <a:r>
              <a:rPr lang="en-US" altLang="ko-KR" dirty="0"/>
              <a:t>.</a:t>
            </a:r>
            <a:r>
              <a:rPr lang="ko-KR" altLang="en-US" dirty="0"/>
              <a:t> 인계를 넘기는 과정에서 넘겼다는 기록은 전산에 남지만 받았다는 기록은 남지 않습니다</a:t>
            </a:r>
            <a:r>
              <a:rPr lang="en-US" altLang="ko-KR" dirty="0"/>
              <a:t>.</a:t>
            </a:r>
            <a:r>
              <a:rPr lang="ko-KR" altLang="en-US" dirty="0"/>
              <a:t> 나중에 들은척하고 한 밤중에 카톡으로 인계에서 오해한 부분을 다시 물어보는 과정을 많이 봤습니다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다음으로 수간호사는 병동의 근무 스케쥴을 배정하는데 결원이 생길 경우 </a:t>
            </a:r>
            <a:r>
              <a:rPr lang="ko-KR" altLang="en-US" dirty="0" err="1"/>
              <a:t>일일히</a:t>
            </a:r>
            <a:r>
              <a:rPr lang="ko-KR" altLang="en-US" dirty="0"/>
              <a:t> 표를 다시 고치고 메신저로 알립니다</a:t>
            </a:r>
            <a:r>
              <a:rPr lang="en-US" altLang="ko-KR" dirty="0"/>
              <a:t>.</a:t>
            </a:r>
            <a:r>
              <a:rPr lang="ko-KR" altLang="en-US" dirty="0"/>
              <a:t> 지금 배정이 </a:t>
            </a:r>
            <a:r>
              <a:rPr lang="ko-KR" altLang="en-US" dirty="0" err="1"/>
              <a:t>뭔지</a:t>
            </a:r>
            <a:r>
              <a:rPr lang="ko-KR" altLang="en-US" dirty="0"/>
              <a:t> 왜 </a:t>
            </a:r>
            <a:r>
              <a:rPr lang="ko-KR" altLang="en-US" dirty="0" err="1"/>
              <a:t>바뀐건지는</a:t>
            </a:r>
            <a:r>
              <a:rPr lang="ko-KR" altLang="en-US" dirty="0"/>
              <a:t> 남지 않습니다</a:t>
            </a:r>
            <a:r>
              <a:rPr lang="en-US" altLang="ko-KR" dirty="0"/>
              <a:t>.</a:t>
            </a:r>
            <a:r>
              <a:rPr lang="ko-KR" altLang="en-US" dirty="0"/>
              <a:t> 현직 간호사에게 확인한 부분이고 지방의 종합병원 한 병동의 케이스이고 이 병동의 문제점을 해결하기 위한 서비스를 기획했습니다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서비스는 세 가지를 합니다</a:t>
            </a:r>
            <a:r>
              <a:rPr lang="en-US" altLang="ko-KR" dirty="0"/>
              <a:t>.</a:t>
            </a:r>
            <a:r>
              <a:rPr lang="ko-KR" altLang="en-US" dirty="0"/>
              <a:t> 먼저 수간호사가 그날 누가 어느 환자의 인계를 맡을지 정합니다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차지 간호사는 병동이 정한 인계항목을 작성하고 넘깁니다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 번의 차지 간호사는 전달 받은 인계를 자기만의 언어로 정리하고 확인했다는 기록이 남습니다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결원이 생길 경우 다시 </a:t>
            </a:r>
            <a:r>
              <a:rPr lang="en-US" altLang="ko-KR" dirty="0"/>
              <a:t>1</a:t>
            </a:r>
            <a:r>
              <a:rPr lang="ko-KR" altLang="en-US" dirty="0"/>
              <a:t>로 돌아갑니다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쓰는 사람은 교대로 일하는 병동의 간호사와 수간호사</a:t>
            </a:r>
            <a:r>
              <a:rPr lang="en-US" altLang="ko-KR" dirty="0"/>
              <a:t>,</a:t>
            </a:r>
            <a:r>
              <a:rPr lang="ko-KR" altLang="en-US" dirty="0"/>
              <a:t> 쓰는 때는 </a:t>
            </a:r>
            <a:r>
              <a:rPr lang="ko-KR" altLang="en-US" dirty="0" err="1"/>
              <a:t>교대할때</a:t>
            </a:r>
            <a:r>
              <a:rPr lang="ko-KR" altLang="en-US" dirty="0"/>
              <a:t> 인계를 </a:t>
            </a:r>
            <a:r>
              <a:rPr lang="ko-KR" altLang="en-US" dirty="0" err="1"/>
              <a:t>주고받을때</a:t>
            </a:r>
            <a:r>
              <a:rPr lang="en-US" altLang="ko-KR" dirty="0"/>
              <a:t>,</a:t>
            </a:r>
            <a:r>
              <a:rPr lang="ko-KR" altLang="en-US" dirty="0"/>
              <a:t> 누가 빠져서 배정을 다시 짤 때입니다</a:t>
            </a:r>
            <a:r>
              <a:rPr lang="en-US" altLang="ko-KR" dirty="0"/>
              <a:t>.</a:t>
            </a:r>
            <a:r>
              <a:rPr lang="ko-KR" altLang="en-US" dirty="0"/>
              <a:t> 한 줄로 하면 누가 뭘 맡았고 뭘 주고받았는지 기록이 남는 서비스입니다</a:t>
            </a:r>
            <a:r>
              <a:rPr lang="en-US" altLang="ko-KR" dirty="0"/>
              <a:t>.</a:t>
            </a:r>
            <a:r>
              <a:rPr lang="ko-KR" altLang="en-US" dirty="0"/>
              <a:t> 현재의 근무표는 오늘 누가 </a:t>
            </a:r>
            <a:r>
              <a:rPr lang="ko-KR" altLang="en-US" dirty="0" err="1"/>
              <a:t>나오는지만</a:t>
            </a:r>
            <a:r>
              <a:rPr lang="ko-KR" altLang="en-US" dirty="0"/>
              <a:t> 말하기에 그 </a:t>
            </a:r>
            <a:r>
              <a:rPr lang="ko-KR" altLang="en-US" dirty="0" err="1"/>
              <a:t>다음칸을</a:t>
            </a:r>
            <a:r>
              <a:rPr lang="ko-KR" altLang="en-US" dirty="0"/>
              <a:t> 붙였습니다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액터는</a:t>
            </a:r>
            <a:r>
              <a:rPr lang="ko-KR" altLang="en-US" dirty="0"/>
              <a:t> 둘입니다</a:t>
            </a:r>
            <a:r>
              <a:rPr lang="en-US" altLang="ko-KR" dirty="0"/>
              <a:t>.</a:t>
            </a:r>
            <a:r>
              <a:rPr lang="ko-KR" altLang="en-US" dirty="0"/>
              <a:t> 수간호사는 자기 병동 전체를 봅니다</a:t>
            </a:r>
            <a:r>
              <a:rPr lang="en-US" altLang="ko-KR" dirty="0"/>
              <a:t>.</a:t>
            </a:r>
            <a:r>
              <a:rPr lang="ko-KR" altLang="en-US" dirty="0"/>
              <a:t> 근무표를 등록하고 </a:t>
            </a:r>
            <a:r>
              <a:rPr lang="ko-KR" altLang="en-US" dirty="0" err="1"/>
              <a:t>그냘</a:t>
            </a:r>
            <a:r>
              <a:rPr lang="ko-KR" altLang="en-US" dirty="0"/>
              <a:t> 역할과 인계 담당을 정합니다</a:t>
            </a:r>
            <a:r>
              <a:rPr lang="en-US" altLang="ko-KR" dirty="0"/>
              <a:t>.</a:t>
            </a:r>
            <a:r>
              <a:rPr lang="ko-KR" altLang="en-US" dirty="0"/>
              <a:t> 결원이 생기면 </a:t>
            </a:r>
            <a:r>
              <a:rPr lang="ko-KR" altLang="en-US" dirty="0" err="1"/>
              <a:t>재배정할</a:t>
            </a:r>
            <a:r>
              <a:rPr lang="ko-KR" altLang="en-US" dirty="0"/>
              <a:t>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간호사는 내 근무와 역할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우리팀</a:t>
            </a:r>
            <a:r>
              <a:rPr lang="ko-KR" altLang="en-US" dirty="0"/>
              <a:t> 환자</a:t>
            </a:r>
            <a:r>
              <a:rPr lang="en-US" altLang="ko-KR" dirty="0"/>
              <a:t>,</a:t>
            </a:r>
            <a:r>
              <a:rPr lang="ko-KR" altLang="en-US" dirty="0"/>
              <a:t> 내가 맡은 인계만 봅니다</a:t>
            </a:r>
            <a:r>
              <a:rPr lang="en-US" altLang="ko-KR" dirty="0"/>
              <a:t>.</a:t>
            </a:r>
            <a:r>
              <a:rPr lang="ko-KR" altLang="en-US" dirty="0"/>
              <a:t> 차지면 인계를 쓰고 받고 </a:t>
            </a:r>
            <a:r>
              <a:rPr lang="ko-KR" altLang="en-US" dirty="0" err="1"/>
              <a:t>액팅이면</a:t>
            </a:r>
            <a:r>
              <a:rPr lang="ko-KR" altLang="en-US" dirty="0"/>
              <a:t> </a:t>
            </a:r>
            <a:r>
              <a:rPr lang="ko-KR" altLang="en-US" dirty="0" err="1"/>
              <a:t>우리팀</a:t>
            </a:r>
            <a:r>
              <a:rPr lang="ko-KR" altLang="en-US" dirty="0"/>
              <a:t> 인계를 읽기만 합니다</a:t>
            </a:r>
            <a:r>
              <a:rPr lang="en-US" altLang="ko-KR" dirty="0"/>
              <a:t>.</a:t>
            </a:r>
            <a:r>
              <a:rPr lang="ko-KR" altLang="en-US" dirty="0"/>
              <a:t> 다른 병동의 사람은 우리 병동의 그 무엇도 볼 수 없습니다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기능은 </a:t>
            </a:r>
            <a:r>
              <a:rPr lang="en-US" altLang="ko-KR" dirty="0"/>
              <a:t>6</a:t>
            </a:r>
            <a:r>
              <a:rPr lang="ko-KR" altLang="en-US" dirty="0"/>
              <a:t>개인데 핵심은 둘입니다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F 4</a:t>
            </a:r>
            <a:r>
              <a:rPr lang="ko-KR" altLang="en-US" dirty="0"/>
              <a:t>가 첫 번째 불편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F 5</a:t>
            </a:r>
            <a:r>
              <a:rPr lang="ko-KR" altLang="en-US" dirty="0"/>
              <a:t>가 두번째 불편에 대한 답입니다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 흐름은 로그인에서 두 갈래로 나뉩니다</a:t>
            </a:r>
            <a:r>
              <a:rPr lang="en-US" altLang="ko-KR" dirty="0"/>
              <a:t>.</a:t>
            </a:r>
            <a:r>
              <a:rPr lang="ko-KR" altLang="en-US" dirty="0"/>
              <a:t> 왼쪽이 수간호사 오른쪽이 간호사입니다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실선은 화면이 넘어가는 흐름이고</a:t>
            </a:r>
            <a:r>
              <a:rPr lang="en-US" altLang="ko-KR" dirty="0"/>
              <a:t>,</a:t>
            </a:r>
            <a:r>
              <a:rPr lang="ko-KR" altLang="en-US" dirty="0"/>
              <a:t> 점선은 데이터가 넘어가는 길입니다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수간호사가 정한 배정이 간호사 화면에 뜨고 인계는 앞 근무 차지에서 다음 근무 차지로 흐릅니다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다음으로 나올 화면들은 실제로 도는 데모를 찍은 </a:t>
            </a:r>
            <a:r>
              <a:rPr lang="ko-KR" altLang="en-US" dirty="0" err="1"/>
              <a:t>캡쳐본입니다</a:t>
            </a:r>
            <a:r>
              <a:rPr lang="en-US" altLang="ko-KR" dirty="0"/>
              <a:t>.</a:t>
            </a:r>
            <a:r>
              <a:rPr lang="ko-KR" altLang="en-US" dirty="0"/>
              <a:t> 가상의 데이터로 만들었습니다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간호사의 첫 화면은 </a:t>
            </a:r>
            <a:r>
              <a:rPr lang="en-US" altLang="ko-KR" dirty="0"/>
              <a:t>Get</a:t>
            </a:r>
            <a:r>
              <a:rPr lang="ko-KR" altLang="en-US" dirty="0"/>
              <a:t> 메서드로 내 근무와 역할</a:t>
            </a:r>
            <a:r>
              <a:rPr lang="en-US" altLang="ko-KR" dirty="0"/>
              <a:t>,</a:t>
            </a:r>
            <a:r>
              <a:rPr lang="ko-KR" altLang="en-US" dirty="0"/>
              <a:t> 우리 팀 환자를 한 번에 가져옵니다</a:t>
            </a:r>
            <a:r>
              <a:rPr lang="en-US" altLang="ko-KR" dirty="0"/>
              <a:t>.</a:t>
            </a:r>
            <a:r>
              <a:rPr lang="ko-KR" altLang="en-US" dirty="0"/>
              <a:t> 앞 근무에서 나에게 온 인계와 내가 다음 근무에게 넘길 인계를 확인하고 작성할 수 있습니다</a:t>
            </a:r>
            <a:r>
              <a:rPr lang="en-US" altLang="ko-KR" dirty="0"/>
              <a:t>.</a:t>
            </a:r>
            <a:r>
              <a:rPr lang="ko-KR" altLang="en-US" dirty="0"/>
              <a:t> 인계를 작성하는 버튼은 </a:t>
            </a:r>
            <a:r>
              <a:rPr lang="ko-KR" altLang="en-US" dirty="0" err="1"/>
              <a:t>액팅</a:t>
            </a:r>
            <a:r>
              <a:rPr lang="ko-KR" altLang="en-US" dirty="0"/>
              <a:t> 간호사에게는 없습니다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인계 작성에 대한 화면입니다</a:t>
            </a:r>
            <a:r>
              <a:rPr lang="en-US" altLang="ko-KR" dirty="0"/>
              <a:t>.</a:t>
            </a:r>
            <a:r>
              <a:rPr lang="ko-KR" altLang="en-US" dirty="0"/>
              <a:t> 병동의 정해진 양식이 그대로 복사되고 나중에 양식이 바뀌어도 이미 쓴 인계는 바뀌지 않습니다</a:t>
            </a:r>
            <a:r>
              <a:rPr lang="en-US" altLang="ko-KR" dirty="0"/>
              <a:t>.</a:t>
            </a:r>
            <a:r>
              <a:rPr lang="ko-KR" altLang="en-US" dirty="0"/>
              <a:t> 필수 항목이 </a:t>
            </a:r>
            <a:r>
              <a:rPr lang="ko-KR" altLang="en-US" dirty="0" err="1"/>
              <a:t>비어있으면</a:t>
            </a:r>
            <a:r>
              <a:rPr lang="ko-KR" altLang="en-US" dirty="0"/>
              <a:t> 넘길 수 없고</a:t>
            </a:r>
            <a:r>
              <a:rPr lang="en-US" altLang="ko-KR" dirty="0"/>
              <a:t>,</a:t>
            </a:r>
            <a:r>
              <a:rPr lang="ko-KR" altLang="en-US" dirty="0"/>
              <a:t> 넘기면 작성 중 상태에서 전달 됨 상태로 넘어갑니다</a:t>
            </a:r>
            <a:r>
              <a:rPr lang="en-US" altLang="ko-KR" dirty="0"/>
              <a:t>.</a:t>
            </a:r>
            <a:r>
              <a:rPr lang="ko-KR" altLang="en-US" dirty="0"/>
              <a:t> 한 번 </a:t>
            </a:r>
            <a:r>
              <a:rPr lang="ko-KR" altLang="en-US" dirty="0" err="1"/>
              <a:t>넘기뒤에는</a:t>
            </a:r>
            <a:r>
              <a:rPr lang="ko-KR" altLang="en-US" dirty="0"/>
              <a:t> 고칠 수 없고 기록이 남습니다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인계를 받는 화면입니다</a:t>
            </a:r>
            <a:r>
              <a:rPr lang="en-US" altLang="ko-KR" dirty="0"/>
              <a:t>.</a:t>
            </a:r>
            <a:r>
              <a:rPr lang="ko-KR" altLang="en-US" dirty="0"/>
              <a:t> 화면에 들어오는 순간 열어봤다는 시점이 기록됩니다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받은 사람은 자기말로 요약을 작성하고 확인 처리를 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결원 </a:t>
            </a:r>
            <a:r>
              <a:rPr lang="ko-KR" altLang="en-US" dirty="0" err="1"/>
              <a:t>재배정</a:t>
            </a:r>
            <a:r>
              <a:rPr lang="ko-KR" altLang="en-US" dirty="0"/>
              <a:t> 흐름은 </a:t>
            </a:r>
            <a:r>
              <a:rPr lang="en-US" altLang="ko-KR" dirty="0"/>
              <a:t>4</a:t>
            </a:r>
            <a:r>
              <a:rPr lang="ko-KR" altLang="en-US" dirty="0"/>
              <a:t>단계입니다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결원을 등록하고 대체자를 배정합니다</a:t>
            </a:r>
            <a:r>
              <a:rPr lang="en-US" altLang="ko-KR" dirty="0"/>
              <a:t>.</a:t>
            </a:r>
            <a:r>
              <a:rPr lang="ko-KR" altLang="en-US" dirty="0"/>
              <a:t> 인계 담당을 이관하고 대체 완료를 확인합니다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사유는 결원 등록에서 한 번만 쓰고 나머지 세 기록은 서버가 복사합니다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원래 인계는 지우지 않고 대체됨으로 두고 새 인계를 발행합니다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수간호사의 첫 화면에선 병동의 현 상황을 파악할 수 있습니다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이화면에선 수간호사가 간호사마다 차지인지 </a:t>
            </a:r>
            <a:r>
              <a:rPr lang="ko-KR" altLang="en-US" dirty="0" err="1"/>
              <a:t>액팅인지</a:t>
            </a:r>
            <a:r>
              <a:rPr lang="ko-KR" altLang="en-US" dirty="0"/>
              <a:t> 서브차지인지 역할을 고르고 어느 입원건의 인계를 맡을지 정합니다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나머지 화면들입니다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뭘 바꾸고 썼는지 모든 기록이 남습니다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 모델은 총 </a:t>
            </a:r>
            <a:r>
              <a:rPr lang="en-US" altLang="ko-KR" dirty="0"/>
              <a:t>12</a:t>
            </a:r>
            <a:r>
              <a:rPr lang="ko-KR" altLang="en-US" dirty="0"/>
              <a:t>개 테이블과 </a:t>
            </a:r>
            <a:r>
              <a:rPr lang="en-US" altLang="ko-KR" dirty="0"/>
              <a:t>7</a:t>
            </a:r>
            <a:r>
              <a:rPr lang="ko-KR" altLang="en-US" dirty="0"/>
              <a:t>개의</a:t>
            </a:r>
            <a:r>
              <a:rPr lang="en-US" altLang="ko-KR" dirty="0"/>
              <a:t> </a:t>
            </a:r>
            <a:r>
              <a:rPr lang="en-US" altLang="ko-KR" dirty="0" err="1"/>
              <a:t>enum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r>
              <a:rPr lang="ko-KR" altLang="en-US" dirty="0"/>
              <a:t> 여기서 인계 </a:t>
            </a:r>
            <a:r>
              <a:rPr lang="ko-KR" altLang="en-US" dirty="0" err="1"/>
              <a:t>한건은</a:t>
            </a:r>
            <a:r>
              <a:rPr lang="ko-KR" altLang="en-US" dirty="0"/>
              <a:t> </a:t>
            </a:r>
            <a:r>
              <a:rPr lang="ko-KR" altLang="en-US" dirty="0" err="1"/>
              <a:t>여섯개만</a:t>
            </a:r>
            <a:r>
              <a:rPr lang="ko-KR" altLang="en-US" dirty="0"/>
              <a:t> 따라가면 되기에 핵심만 정리했습니다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인계 담당은 사람이 아니라 근무에 붙습니다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인계 자체도 사람 사이가 아니라 근무 담당 사이에서 흐릅니다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받았다는 기록은 따로 뒀습니다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인계 항목은 복사본입니다</a:t>
            </a:r>
            <a:r>
              <a:rPr lang="en-US" altLang="ko-KR" dirty="0"/>
              <a:t>.</a:t>
            </a:r>
            <a:r>
              <a:rPr lang="ko-KR" altLang="en-US" dirty="0"/>
              <a:t> 수간호사가 양식을 고쳐도 지난 기록이 바뀌면 안되기 </a:t>
            </a:r>
            <a:r>
              <a:rPr lang="ko-KR" altLang="en-US" dirty="0" err="1"/>
              <a:t>떄문입니다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인계는 담당이 바뀌어도 이전 기록을 지우지 않습니다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 err="1"/>
              <a:t>erd</a:t>
            </a:r>
            <a:r>
              <a:rPr lang="ko-KR" altLang="en-US" dirty="0"/>
              <a:t> 다이어그램인데</a:t>
            </a:r>
            <a:r>
              <a:rPr lang="en-US" altLang="ko-KR" dirty="0"/>
              <a:t>,</a:t>
            </a:r>
            <a:r>
              <a:rPr lang="ko-KR" altLang="en-US" dirty="0"/>
              <a:t> 핵심은 방금 전의 </a:t>
            </a:r>
            <a:r>
              <a:rPr lang="en-US" altLang="ko-KR" dirty="0"/>
              <a:t>6</a:t>
            </a:r>
            <a:r>
              <a:rPr lang="ko-KR" altLang="en-US" dirty="0"/>
              <a:t>개 테이블이고 조직과 사람</a:t>
            </a:r>
            <a:r>
              <a:rPr lang="en-US" altLang="ko-KR" dirty="0"/>
              <a:t>,</a:t>
            </a:r>
            <a:r>
              <a:rPr lang="ko-KR" altLang="en-US" dirty="0"/>
              <a:t> 근무 환자 담당</a:t>
            </a:r>
            <a:r>
              <a:rPr lang="en-US" altLang="ko-KR" dirty="0"/>
              <a:t>,</a:t>
            </a:r>
            <a:r>
              <a:rPr lang="ko-KR" altLang="en-US" dirty="0"/>
              <a:t> 인계로 세 묶음으로 나눠져 있다는 것만 알고 넘기겠습니다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</a:t>
            </a:r>
            <a:r>
              <a:rPr lang="ko-KR" altLang="en-US" dirty="0"/>
              <a:t> 전체 명세입니다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</a:t>
            </a:r>
            <a:r>
              <a:rPr lang="ko-KR" altLang="en-US" dirty="0"/>
              <a:t>가 없는데</a:t>
            </a:r>
            <a:r>
              <a:rPr lang="en-US" altLang="ko-KR" dirty="0"/>
              <a:t>,</a:t>
            </a:r>
            <a:r>
              <a:rPr lang="ko-KR" altLang="en-US" dirty="0"/>
              <a:t> 지울 사건이 </a:t>
            </a:r>
            <a:r>
              <a:rPr lang="ko-KR" altLang="en-US" dirty="0" err="1"/>
              <a:t>없어서입니다</a:t>
            </a:r>
            <a:r>
              <a:rPr lang="en-US" altLang="ko-KR" dirty="0"/>
              <a:t>.</a:t>
            </a:r>
            <a:r>
              <a:rPr lang="ko-KR" altLang="en-US" dirty="0"/>
              <a:t> 결원이나 이관</a:t>
            </a:r>
            <a:r>
              <a:rPr lang="en-US" altLang="ko-KR" dirty="0"/>
              <a:t>,</a:t>
            </a:r>
            <a:r>
              <a:rPr lang="ko-KR" altLang="en-US" dirty="0"/>
              <a:t> 대체</a:t>
            </a:r>
            <a:r>
              <a:rPr lang="en-US" altLang="ko-KR" dirty="0"/>
              <a:t>,</a:t>
            </a:r>
            <a:r>
              <a:rPr lang="ko-KR" altLang="en-US" dirty="0"/>
              <a:t> 퇴원 전부 상태로 </a:t>
            </a:r>
            <a:r>
              <a:rPr lang="ko-KR" altLang="en-US" dirty="0" err="1"/>
              <a:t>남겨야합니다</a:t>
            </a:r>
            <a:r>
              <a:rPr lang="en-US" altLang="ko-KR" dirty="0"/>
              <a:t>.</a:t>
            </a:r>
            <a:r>
              <a:rPr lang="ko-KR" altLang="en-US" dirty="0"/>
              <a:t> 근무에 대한 </a:t>
            </a:r>
            <a:r>
              <a:rPr lang="ko-KR" altLang="en-US" dirty="0" err="1"/>
              <a:t>오등록</a:t>
            </a:r>
            <a:r>
              <a:rPr lang="ko-KR" altLang="en-US" dirty="0"/>
              <a:t> 취소는 범위 밖이긴 합니다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화면이 정하게 두면 깨지는 값들은 </a:t>
            </a:r>
            <a:r>
              <a:rPr lang="en-US" altLang="ko-KR" dirty="0"/>
              <a:t>body</a:t>
            </a:r>
            <a:r>
              <a:rPr lang="ko-KR" altLang="en-US" dirty="0"/>
              <a:t>에서 일부로 뺐습니다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서버가 정하는 건 편의가 아니라 규칙을 한 곳에 </a:t>
            </a:r>
            <a:r>
              <a:rPr lang="ko-KR" altLang="en-US" dirty="0" err="1"/>
              <a:t>두는것입니다</a:t>
            </a:r>
            <a:r>
              <a:rPr lang="en-US" altLang="ko-KR" dirty="0"/>
              <a:t>.</a:t>
            </a:r>
            <a:r>
              <a:rPr lang="ko-KR" altLang="en-US" dirty="0"/>
              <a:t> 요청 바디의 항목은 전부 </a:t>
            </a:r>
            <a:r>
              <a:rPr lang="en-US" altLang="ko-KR" dirty="0" err="1"/>
              <a:t>erd</a:t>
            </a:r>
            <a:r>
              <a:rPr lang="ko-KR" altLang="en-US" dirty="0"/>
              <a:t> 컬럼에 대응하게 됩니다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막는 이유가 다르면 주는 답도 달라야 하기에 정리해봤습니다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고민해봤지만 못하는 것들을 정리했습니다</a:t>
            </a:r>
            <a:r>
              <a:rPr lang="en-US" altLang="ko-KR" dirty="0"/>
              <a:t>.</a:t>
            </a:r>
            <a:r>
              <a:rPr lang="ko-KR" altLang="en-US" dirty="0"/>
              <a:t> 병원에는 전자의무기록이라는 </a:t>
            </a:r>
            <a:r>
              <a:rPr lang="en-US" altLang="ko-KR" dirty="0"/>
              <a:t>EMR</a:t>
            </a:r>
            <a:r>
              <a:rPr lang="ko-KR" altLang="en-US" dirty="0" err="1"/>
              <a:t>에</a:t>
            </a:r>
            <a:r>
              <a:rPr lang="ko-KR" altLang="en-US" dirty="0"/>
              <a:t> 간호 기록을 남겨야 합니다</a:t>
            </a:r>
            <a:r>
              <a:rPr lang="en-US" altLang="ko-KR" dirty="0"/>
              <a:t>.</a:t>
            </a:r>
            <a:r>
              <a:rPr lang="ko-KR" altLang="en-US" dirty="0"/>
              <a:t> 공식 의무 기록은 이</a:t>
            </a:r>
            <a:r>
              <a:rPr lang="en-US" altLang="ko-KR" dirty="0"/>
              <a:t> EMR</a:t>
            </a:r>
            <a:r>
              <a:rPr lang="ko-KR" altLang="en-US" dirty="0"/>
              <a:t>이 맡고 제 서비스의 설계는 인계에 대한 메모만 맡습니다</a:t>
            </a:r>
            <a:r>
              <a:rPr lang="en-US" altLang="ko-KR" dirty="0"/>
              <a:t>.</a:t>
            </a:r>
            <a:r>
              <a:rPr lang="ko-KR" altLang="en-US" dirty="0"/>
              <a:t> 현장에서는 인계 메모에 대한 전산 기록을 </a:t>
            </a:r>
            <a:r>
              <a:rPr lang="ko-KR" altLang="en-US" dirty="0" err="1"/>
              <a:t>카덱스라고</a:t>
            </a:r>
            <a:r>
              <a:rPr lang="ko-KR" altLang="en-US" dirty="0"/>
              <a:t> 칭하는데 제 서비스가 </a:t>
            </a:r>
            <a:r>
              <a:rPr lang="ko-KR" altLang="en-US" dirty="0" err="1"/>
              <a:t>카덱스를</a:t>
            </a:r>
            <a:r>
              <a:rPr lang="ko-KR" altLang="en-US" dirty="0"/>
              <a:t> 통합적으로 작용한다면 대체해도 괜찮겠다는 의견을 들었습니다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kern="0" spc="-16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364CE56-A7FD-76C6-2E8B-0C3F3CA76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27" y="1319790"/>
            <a:ext cx="2624309" cy="17495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2542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3505962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8_myshift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2_dash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4_assignment_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1_login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3_shift_register_mana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5_handover_template_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7_change_history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11_handover_history_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8_myshift_nurse_st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swagger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9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2679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8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41547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38" name="Text 36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있어서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좋았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어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 다만 꼭 있으면 좋겠는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기능이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있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는데</a:t>
            </a:r>
            <a:r>
              <a:rPr lang="en-US" altLang="ko-KR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...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인계 해준 사람한테 질문을 할 수 있는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기능을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추가해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줘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 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그리고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수간호사한테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너무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좋겠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당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</a:t>
            </a:r>
            <a:endParaRPr lang="en-US" sz="1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2" name="Text 40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kern="0" spc="-1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3660</Words>
  <Application>Microsoft Macintosh PowerPoint</Application>
  <PresentationFormat>화면 슬라이드 쇼(16:9)</PresentationFormat>
  <Paragraphs>669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5" baseType="lpstr">
      <vt:lpstr>Nanum Pen</vt:lpstr>
      <vt:lpstr>Pretendard</vt:lpstr>
      <vt:lpstr>Pretendard ExtraBold</vt:lpstr>
      <vt:lpstr>Pretendard Light</vt:lpstr>
      <vt:lpstr>Pretendard Medium</vt:lpstr>
      <vt:lpstr>Pretendard SemiBold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4</cp:revision>
  <dcterms:created xsi:type="dcterms:W3CDTF">2026-09-17T01:01:24Z</dcterms:created>
  <dcterms:modified xsi:type="dcterms:W3CDTF">2026-09-17T02:25:47Z</dcterms:modified>
</cp:coreProperties>
</file>