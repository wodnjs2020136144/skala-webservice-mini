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34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14"/>
    <p:sldId id="269" r:id="rId15"/>
    <p:sldId id="274" r:id="rId20"/>
    <p:sldId id="275" r:id="rId21"/>
    <p:sldId id="276" r:id="rId22"/>
    <p:sldId id="281" r:id="rId27"/>
    <p:sldId id="289" r:id="rId35"/>
    <p:sldId id="292" r:id="rId38"/>
    <p:sldId id="294" r:id="rId40"/>
    <p:sldId id="295" r:id="rId41"/>
  </p:sldIdLst>
  <p:notesMasterIdLst>
    <p:notesMasterId r:id="rId4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5" Type="http://schemas.openxmlformats.org/officeDocument/2006/relationships/slide" Target="slides/slide34.xml"/><Relationship Id="rId38" Type="http://schemas.openxmlformats.org/officeDocument/2006/relationships/slide" Target="slides/slide37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도메인 모르는 사람 기준 첫 장. 교대·인계·차지 세 단어만 소개한다.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동사만 기억시키면 뒤 화면이 전부 이 셋 중 하나로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형식은 안 했고 자유롭게 써 보게 했다. 정량 기록은 없다. V1 답과 인계 기록 규칙 3개가 여기서 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ln w="31750">
            <a:solidFill>
              <a:srgbClr val="1F8A7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7474" y="1417320"/>
            <a:ext cx="640080" cy="640080"/>
          </a:xfrm>
          <a:prstGeom prst="ellipse">
            <a:avLst/>
          </a:prstGeom>
          <a:ln w="31750">
            <a:solidFill>
              <a:srgbClr val="B9772E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spc="-1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너와 나의 인계고리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 교대근무 인계·배정 웹서비스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SKALA 4기 웹서비스 미니프로젝트  판교캠퍼스 10반 P345 황재원   2026. 9. 17.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교대할 때 무슨 일이 일어나나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간호사는 하루 세 번 교대한다. 나가는 사람이 들어오는 사람에게 환자 상태를 넘긴다. 이걸 "인계"라고 한다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2103120" cy="9144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밤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환자를 밤새 봤다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880360" y="1728216"/>
            <a:ext cx="3383280" cy="292608"/>
          </a:xfrm>
          <a:prstGeom prst="rightArrow">
            <a:avLst/>
          </a:prstGeom>
          <a:solidFill>
            <a:srgbClr val="1F8A7E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880360" y="13807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8A7E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88036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상태와 주의사항을 말로, 글로 넘긴다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1417320"/>
            <a:ext cx="2103120" cy="9144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5836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아침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이제부터 이 환자를 본다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43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넘겼다는 기록은 남는다. 받았다는 기록은 없다.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"들었다 / 못 들었다"가 갈려도 확인할 데가 없다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9300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548640" y="358444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5844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나오면, 수간호사가 표를 고치고 메신저로 다시 알린다.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배정이 무엇인지, 왜 바뀌었는지가 남지 않는다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팀의 책임 간호사를 "차지"라고 부른다. 인계는 차지가 쓰고 다음 근무의 차지가 받는다. 이 발표에 필요한 말은 이게 전부다 [C]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그래서 이 서비스는 세 가지를 한다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정한다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누가 어느 환자의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맡는지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수간호사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84576" y="1920240"/>
            <a:ext cx="201168" cy="182880"/>
          </a:xfrm>
          <a:prstGeom prst="rightArrow">
            <a:avLst/>
          </a:prstGeom>
          <a:solidFill>
            <a:srgbClr val="1F8A7E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50520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350520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넘긴다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0520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병동이 정한 필수 항목이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비면 넘길 수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50520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차지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858256" y="1920240"/>
            <a:ext cx="201168" cy="182880"/>
          </a:xfrm>
          <a:prstGeom prst="rightArrow">
            <a:avLst/>
          </a:prstGeom>
          <a:solidFill>
            <a:srgbClr val="1F8A7E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27888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27888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확인한다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7888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사람이 핵심을 자기 말로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요약해야 '확인'이 된다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27888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다음 근무 차지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200400"/>
            <a:ext cx="8046720" cy="658368"/>
          </a:xfrm>
          <a:prstGeom prst="rect">
            <a:avLst/>
          </a:prstGeom>
          <a:solidFill>
            <a:srgbClr val="F8EEDD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 1로 돌아가 다시 정한다.  </a:t>
            </a:r>
            <a:pPr indent="0" marL="0"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내용은 당사자 화면에 바로 뜨고, 왜 바꿨는지가 같이 남는다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것: 근무표 만들기 · 병원 전산(EMR) 연동 · 실제 환자정보 · 의학적 판단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만들었나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7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교대로 일하는 병동의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32232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7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언제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32232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인계를 주고받을 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09600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7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불편했나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09600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누가 받았는지 남는 기록이 없다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331720"/>
            <a:ext cx="45720" cy="932688"/>
          </a:xfrm>
          <a:prstGeom prst="rect">
            <a:avLst/>
          </a:prstGeom>
          <a:solidFill>
            <a:srgbClr val="1F8A7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68096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무엇을 맡았고, 무엇을 주고받았는지가 남는다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" y="2679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772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하지 않은 것   </a:t>
            </a:r>
            <a:pPr indent="0" marL="0"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기능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017520"/>
                <a:gridCol w="2103120"/>
                <a:gridCol w="77724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ID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막힐 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확정된 근무표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403, 409, 입력 모자람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남의 배정 조회는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8A7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액팅은 읽기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9, 10, 11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재확인·퇴원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6, 7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F-06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 흐름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로그인에서 두 갈래. 실선은 화면 이동, 점선은 데이터가 넘어가는 길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ui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6713" y="1152144"/>
            <a:ext cx="4810575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쓰기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필수 항목이 비면 넘길 수 없다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9_handover_writ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4357" y="1152144"/>
            <a:ext cx="3416599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54357" y="1152144"/>
            <a:ext cx="3416599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110197" y="195556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2110197" y="195556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20086" y="1531031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1820086" y="15310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35377" y="418854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335377" y="418854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80026" y="2025118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1880026" y="20251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작성을 시작하면 병동 양식을 그대로 복사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필수 항목이 비어 있으면 넘길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넘기면 '작성 중'에서 '전달됨'으로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입력한 내용은 임시저장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받기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요약을 써야 확인이 된다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10_handover_receiv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881" y="1152144"/>
            <a:ext cx="3451551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36881" y="1152144"/>
            <a:ext cx="3451551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3214221" y="1591621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3214221" y="159162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69933" y="367057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1869933" y="36705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69238" y="4176990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369238" y="417699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09379" y="4012224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1809379" y="401222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상태는 '확인 대기'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받은 사람이 자기 말로 쓴 요약이 여기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처리. 이때 '확인됨'이 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요약이 없으면 확인되지 않는다(422)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재배정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사람이 판단하는 자리와 시스템이 막는 자리를 나눴다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6_reassign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178" y="1152144"/>
            <a:ext cx="3572956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76178" y="1152144"/>
            <a:ext cx="3572956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772191" y="1718069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77219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489290" y="1718069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2489290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03881" y="1718069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20388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968619" y="2249625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3968619" y="224962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등록. 사유를 사람이 쓰는 유일한 자리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대신 설지 정한다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맡고 있던 인계를 넘긴다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대체자 없이 '완료'라고 적을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핵심 데이터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인계 한 건이 만들어져 확인되기까지 거치는 표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erd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2789190" cy="35341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630438" y="1188720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근무, 담당, 인계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630438" y="2035683"/>
            <a:ext cx="4964922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3630438" y="2072259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받았다는 기록을 따로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630438" y="2919222"/>
            <a:ext cx="4964922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3630438" y="2955798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항목은 복사본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630438" y="3802761"/>
            <a:ext cx="4964922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630438" y="3839337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지우지 않는다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막을 때 주는 답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막는 이유가 다르면 답도 달라야 한다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5029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답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뜻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A2926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 안 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요청의 기본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B9772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A2926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404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그런 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409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422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보낸 내용이 모자라다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상태는 작성 중, 전달됨, 확인됨 순서로만 간다. 되돌아가지 않는다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써 본 사람의 말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현직 간호사 1명이 데모를 직접 써 봤다. 대면, 편의표본, 과제 형식은 아님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365760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365760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화면은 설명 없이 읽혔다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"한눈에 인계를 확인할 수 있어서 좋았다" [C]. 간호사 화면 = 확인 1명. 수간호사 화면은 여전히 가설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1178662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200400" y="1178662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178662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현장 규칙 세 개가 설계와 맞았다 [C]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인계는 차지가 쓰고 액팅은 건드리지 않는다. 작성한 본인만, 넘기기 전까지만 고친다, 수간호사도 예외 없음 → 우리 403·409 그대로. 지운 기록이 문제 된 적이 있다(차지가 "필요 없겠다" 싶어 지운 기록이 나중에 중요했다) → 우리 설계엔 지우는 동작이 없고 지난 인계는 남는다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991563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200400" y="1991563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703320" y="1991563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설계와 다른 점 하나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현장은 같은 병동이면 인계 열람에 권한이 없다. 우리는 같은 팀·같은 근무로 좁혔다. 넓히는 건 판정 조건 한 줄이고 데이터 구조는 그대로. 보완으로 둔다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0" y="2804465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3200400" y="2804465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2804465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이중 작성은 지금도 있다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EMR 에 적은 걸 카덱스에 또 적는 건 당연한 일로 여긴다. "카덱스 대신 통합적으로 작용한다면 쓰겠다". 이중 입력 우려는 풀렸고, 대체는 "통합"이 조건인 긍정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0" y="3617366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3200400" y="3617366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617366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가장 먼저 요청한 것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인계해 준 사람에게 질문을 보내고, 알림이 가고, 답이 돌아오는 것. 데이터 모델에 "③ closed-loop, 범위 밖"으로 적어 둔 그 자리. 다음 순서 1번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참여자는 이렇게 말했다. "간호사들은 이렇다"가 아니다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어떻게 확인했나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1명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1회 + 대면 세션 1회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직접 써 보게 했다 [C]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32232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31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32232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2232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리뷰와 자체 점검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9600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50/50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데모로 규칙을 전부 실행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97480"/>
            <a:ext cx="45720" cy="1188720"/>
          </a:xfrm>
          <a:prstGeom prst="rect">
            <a:avLst/>
          </a:prstGeom>
          <a:solidFill>
            <a:srgbClr val="1F8A7E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68096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328269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ln w="31750">
            <a:solidFill>
              <a:srgbClr val="1F8A7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7474" y="1737360"/>
            <a:ext cx="640080" cy="640080"/>
          </a:xfrm>
          <a:prstGeom prst="ellipse">
            <a:avLst/>
          </a:prstGeom>
          <a:ln w="31750">
            <a:solidFill>
              <a:srgbClr val="B9772E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spc="-10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 나의 인계고리 — 프로젝트 기술서</dc:title>
  <dc:subject>PptxGenJS Presentation</dc:subject>
  <dc:creator>황재원</dc:creator>
  <cp:lastModifiedBy>황재원</cp:lastModifiedBy>
  <cp:revision>1</cp:revision>
  <dcterms:created xsi:type="dcterms:W3CDTF">2026-09-16T16:32:52Z</dcterms:created>
  <dcterms:modified xsi:type="dcterms:W3CDTF">2026-09-16T16:32:52Z</dcterms:modified>
</cp:coreProperties>
</file>