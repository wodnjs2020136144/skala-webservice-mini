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12"/>
    <p:sldId id="268" r:id="rId14"/>
    <p:sldId id="269" r:id="rId15"/>
    <p:sldId id="274" r:id="rId20"/>
    <p:sldId id="275" r:id="rId21"/>
    <p:sldId id="276" r:id="rId22"/>
    <p:sldId id="281" r:id="rId27"/>
    <p:sldId id="282" r:id="rId28"/>
    <p:sldId id="286" r:id="rId32"/>
    <p:sldId id="287" r:id="rId33"/>
    <p:sldId id="288" r:id="rId34"/>
    <p:sldId id="289" r:id="rId35"/>
    <p:sldId id="291" r:id="rId37"/>
    <p:sldId id="292" r:id="rId38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도메인 모르는 사람 기준 첫 장. 교대·인계·차지 세 단어만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동사만 기억시키면 뒤 화면이 전부 이 셋 중 하나로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형식은 안 했고 자유롭게 써 보게 했다. 정량 기록은 없다. 설계와 맞은 규칙 셋(작성자만 수정 403 · 넘긴 뒤 불변 409 · DELETE 없음)은 말로 잇는다. 열람 범위(현장은 병동 전체)는 우리가 더 좁아 보완으로 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ln w="31750">
            <a:solidFill>
              <a:srgbClr val="2B333C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17474" y="1417320"/>
            <a:ext cx="640080" cy="640080"/>
          </a:xfrm>
          <a:prstGeom prst="ellipse">
            <a:avLst/>
          </a:prstGeom>
          <a:ln w="31750">
            <a:solidFill>
              <a:srgbClr val="C24A31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8640" y="2286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spc="-1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246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 교대근무 인계·배정 웹서비스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2880360" y="13075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24A31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인계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35" name="Text 33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8640" y="3273552"/>
            <a:ext cx="45720" cy="51206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48" name="Text 46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쓰나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사람. 다른 병동 사람은 못 들어온다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쓰는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맡은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8C9199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병동 사람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아무것도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17520"/>
                <a:gridCol w="2103120"/>
                <a:gridCol w="77724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1" name="Shape 38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2" name="Text 39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Text 45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  <p:txBody>
          <a:bodyPr/>
          <a:p/>
        </p:txBody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 txBox="1"/>
          <p:nvPr/>
        </p:nvSpPr>
        <p:spPr>
          <a:xfrm>
            <a:off x="548640" y="45765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받을 사람을 요청에서 안 받는 이유: 받으면 아무 근무로나 인계를 보낼 수 있게 된다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1" name="Shape 38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2" name="Text 39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  <p:txBody>
          <a:bodyPr/>
          <a:p/>
        </p:txBody>
      </p:sp>
      <p:sp>
        <p:nvSpPr>
          <p:cNvPr id="48" name="Text 45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  <p:txBody>
          <a:bodyPr/>
          <a:p/>
        </p:txBody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  <p:txBody>
          <a:bodyPr/>
          <a:p/>
        </p:txBody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 txBox="1"/>
          <p:nvPr/>
        </p:nvSpPr>
        <p:spPr>
          <a:xfrm>
            <a:off x="548640" y="45765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1" name="Shape 38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2" name="Text 39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  <p:txBody>
          <a:bodyPr/>
          <a:p/>
        </p:txBody>
      </p:sp>
      <p:sp>
        <p:nvSpPr>
          <p:cNvPr id="48" name="Text 45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  <p:txBody>
          <a:bodyPr/>
          <a:p/>
        </p:txBody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2" name="Text 39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8" name="Text 4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전체 12개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자세히 읽는 그림이 아니라 얼마나 나뉘어 있는지 보는 지도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erd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4277"/>
            <a:ext cx="8046720" cy="1830433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명세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24개 전부. 주소 21개, 명세 오류 0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swagg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5295" y="1152144"/>
            <a:ext cx="5393410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응답 봉투·오류 형식·스키마 24개를 components 에 두고 $ref 로 164회 재사용했다.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24개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화면에서 보이던 주소가 그대로 명세의 주소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 보드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조회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교체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재배정 진입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7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바뀐 내역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8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근무, 우리 팀 환자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11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인계 이력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작성 시작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9·10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상세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넘기기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열람 기록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 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처리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집계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2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일부러 요청에서 안 받는 값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Path·Query·Body 중, 화면이 정하게 두면 깨지는 것들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값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서버가 정하나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인계를 받을 사람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사유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화면 버튼 판정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0" name="Image 0" descr="/Users/hwangjaewon/skala-workspace/skala-webservice-mini/assets/swagger_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170432"/>
            <a:ext cx="2743200" cy="2651760"/>
          </a:xfrm>
          <a:prstGeom prst="rect">
            <a:avLst/>
          </a:prstGeom>
        </p:spPr>
      </p:pic>
      <p:sp>
        <p:nvSpPr>
          <p:cNvPr id="41" name="Shape 37"/>
          <p:cNvSpPr/>
          <p:nvPr/>
        </p:nvSpPr>
        <p:spPr>
          <a:xfrm>
            <a:off x="5852160" y="1170432"/>
            <a:ext cx="2743200" cy="26517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2" name="Text 38"/>
          <p:cNvSpPr txBox="1"/>
          <p:nvPr/>
        </p:nvSpPr>
        <p:spPr>
          <a:xfrm>
            <a:off x="585216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4" name="Text 4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5029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병원 전산(EMR)과 연결이 없다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맡고, 이 설계는 인계 메모만. 카덱스를 대체하는지는 "통합적으로 작용한다면"이 조건인 긍정 [C]. 통합이 안 되면 병행이고 두 번 입력하게 된다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요약을 성의 있게 썼는지는 못 본다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5" name="Text 43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차지가 인계를 안 써도 못 막는다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"이건 적어 주세요"라고 한 걸 반영했는지 이력으로 남기는 건 범위 밖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확인해 준 분이 한 명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 화면은 한 분께 확인받았고, 수간호사 화면은 아직 가설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19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앞으로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답변(참여자가 가장 먼저 요청한 것), 접근 기록, 팀원 명단, 역할 교환 이력. 누가 뭘 열어봤는지 남기는 기록이 없고, 같은 근무 팀원이 "오늘 우리 팀 차지가 누구인지" 보는 화면도 없다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말한 그대로 옮겼다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 rot="-90000">
            <a:off x="548640" y="1207008"/>
            <a:ext cx="4754880" cy="2743200"/>
          </a:xfrm>
          <a:prstGeom prst="rect">
            <a:avLst/>
          </a:prstGeom>
          <a:solidFill>
            <a:srgbClr val="FFF3B3"/>
          </a:solidFill>
          <a:ln/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 rot="-90000">
            <a:off x="777240" y="1344168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UI는 불편함 없이 오히려 한눈에 인계를 확인할 수 있어서 좋았다. 다만 꼭 있으면 좋겠는 기능이 있다. 인계 해준 사람한테 질문을 할 수 있는 기능을 추가해달라. 수간호사한테 결원 배정을 쉽게 할 수 있는 기능도 너무 도움이 될 것 같아. 옆에서 지켜봤을 때, 근무표 만드는 것도 힘들어 보이긴 했지만 그것보다 심사과에서 심사하러 올 때 잘보여야 되는데 처방 누락건이 종종 있어서 이거에 대하여 누락건 잡아내는 시스템이 있으면 너무 좋겠다.</a:t>
            </a:r>
            <a:endParaRPr lang="en-US" sz="18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1207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기록에 대해 더 들은 것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669280" y="15544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5669280" y="1591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인계 기록은 같은 병동이면 열람 자체는 권한이 필요 없다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0" y="20116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5669280" y="20482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당연히 차지가 써야 하고, 액팅은 암묵적으로 건드리지 않는다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0" y="24688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5669280" y="2505456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차지가 카덱스에서 "이거는 굳이 필요 없겠는데" 싶어 혼자 임의로 지운 기록이 나중에 알고 보니 진짜 중요한 기록이어서 문제가 된 적이 있었다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669280" y="3218688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5669280" y="3255264"/>
            <a:ext cx="29260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인계 기록은 수간호사도 수정 없이, 오직 본인이 작성한 인계 기록만 수정 권한이 있으면 좋겠다. 시점상 인계를 넘기기 직전까지만 수정 가능하고, 넘기고 확인 후에는 본인도 수정·삭제 불가능한 게 올바르다고 동의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[C] 현직 간호사 1명 · 데모를 써 본 뒤 대면으로 · 편의표본 · 말한 그대로, 해석은 뒤 두 장에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44" name="Text 42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48" name="Text 46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ln w="31750">
            <a:solidFill>
              <a:srgbClr val="2B333C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17474" y="1737360"/>
            <a:ext cx="640080" cy="640080"/>
          </a:xfrm>
          <a:prstGeom prst="ellipse">
            <a:avLst/>
          </a:prstGeom>
          <a:ln w="31750">
            <a:solidFill>
              <a:srgbClr val="C24A31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-10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근무표가 끝나는 지점에서 시작한다.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1</cp:revision>
  <dcterms:created xsi:type="dcterms:W3CDTF">2026-09-17T00:38:27Z</dcterms:created>
  <dcterms:modified xsi:type="dcterms:W3CDTF">2026-09-17T00:38:27Z</dcterms:modified>
</cp:coreProperties>
</file>