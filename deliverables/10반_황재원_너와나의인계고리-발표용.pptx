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2"/>
    <p:sldId id="268" r:id="rId14"/>
    <p:sldId id="269" r:id="rId15"/>
    <p:sldId id="274" r:id="rId20"/>
    <p:sldId id="275" r:id="rId21"/>
    <p:sldId id="276" r:id="rId22"/>
    <p:sldId id="281" r:id="rId27"/>
    <p:sldId id="282" r:id="rId28"/>
    <p:sldId id="286" r:id="rId32"/>
    <p:sldId id="287" r:id="rId33"/>
    <p:sldId id="288" r:id="rId34"/>
    <p:sldId id="289" r:id="rId35"/>
    <p:sldId id="291" r:id="rId37"/>
    <p:sldId id="292" r:id="rId38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마디: 근무표는 누가 나오는지까지만 말합니다. 그 다음 고리가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 모르는 사람 기준 첫 장. 교대·인계·차지 세 단어만 소개한다.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동사만 기억시키면 뒤 화면이 전부 이 셋 중 하나로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정의 한 문장을 그대로 읽고, '하지 않은 것'으로 범위를 먼저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자체는 범위 밖. 병원 인증 시스템이 있다고 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 가 다른 동작을 한 기능에 묶으면 권한 정의가 안 돼서 F-06 을 분리했다.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UI 흐름도는 반드시 PDF 안에 있어야 한다. 점선 4개가 두 Actor 를 잇는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항목 검사는 칸이 비었는지만 본다. 내용의 성의는 안 본다. 한계 슬라이드에서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단순 '읽음' 체크와 receiver_summary 를 가르는 지점. 첫 번째 불편의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이관하지 않는 게 정상인 경우가 있다(그 사이 퇴원 등). 그래서 API 로 막지 않고 사람이 보고 판단.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6개만 따라가면 인계 한 건의 일생이 설명된다. 나머지 6개는 병동, 팀, 사용자, 역할, 양식, 이력.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6~9개보다 많다. 팀, 인계 담당, 양식 항목이 각각 이유를 갖는다. 이유를 말할 수 있으면 개수는 문제가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11개에서 일어나는 동작 25가지를 먼저 세고, 겹치는 것을 빼 24개가 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 20점 파트. '화면에서 세어서 만들었다'는 순서를 꼭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서버가 정하는 건 편의가 아니라 규칙을 한 곳에 두는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409 는 '지금 상태에서 그 전이는 안 된다', 422 는 '보낸 내용이 모자라다'. 섞으면 화면이 뭘 고쳐야 할지 모른다.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말하면 질문이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형식은 안 했고 자유롭게 써 보게 했다. 정량 기록은 없다. V1 답과 인계 기록 규칙 3개가 여기서 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문장을 표지의 문장과 이어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ln w="31750">
            <a:solidFill>
              <a:srgbClr val="1F8A7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7474" y="1417320"/>
            <a:ext cx="640080" cy="640080"/>
          </a:xfrm>
          <a:prstGeom prst="ellipse">
            <a:avLst/>
          </a:prstGeom>
          <a:ln w="31750">
            <a:solidFill>
              <a:srgbClr val="B9772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너와 나의 인계고리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간호사 교대근무 인계·배정 웹서비스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51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SKALA 4기 웹서비스 미니프로젝트  판교캠퍼스 10반 P345 황재원   2026. 9. 17.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교대할 때 무슨 일이 일어나나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간호사는 하루 세 번 교대한다. 나가는 사람이 들어오는 사람에게 환자 상태를 넘긴다. 이걸 "인계"라고 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103120" cy="9144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밤 근무 간호사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환자를 밤새 봤다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728216"/>
            <a:ext cx="3383280" cy="292608"/>
          </a:xfrm>
          <a:prstGeom prst="rightArrow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880360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8A7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상태와 주의사항을 말로, 글로 넘긴다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2103120" cy="9144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8368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아침 근무 간호사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이제부터 이 환자를 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43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넘겼다는 기록은 남는다. 받았다는 기록은 없다.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"들었다 / 못 들었다"가 갈려도 확인할 데가 없다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35844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5844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못 나오면, 수간호사가 표를 고치고 메신저로 다시 알린다.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배정이 무엇인지, 왜 바뀌었는지가 남지 않는다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팀의 책임 간호사를 "차지"라고 부른다. 인계는 차지가 쓰고 다음 근무의 차지가 받는다. 이 발표에 필요한 말은 이게 전부다 [C]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그래서 이 서비스는 세 가지를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정한다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누가 어느 환자의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인계를 맡는지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수간호사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84576" y="1920240"/>
            <a:ext cx="201168" cy="182880"/>
          </a:xfrm>
          <a:prstGeom prst="rightArrow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2232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0520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넘긴다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0520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병동이 정한 필수 항목이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비면 넘길 수 없다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차지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8256" y="1920240"/>
            <a:ext cx="201168" cy="182880"/>
          </a:xfrm>
          <a:prstGeom prst="rightArrow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9600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27888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확인한다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88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사람이 핵심을 자기 말로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요약해야 '확인'이 된다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7888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다음 근무 차지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8046720" cy="658368"/>
          </a:xfrm>
          <a:prstGeom prst="rect">
            <a:avLst/>
          </a:prstGeom>
          <a:solidFill>
            <a:srgbClr val="F8EEDD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68096" y="3200400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못 나오면 1로 돌아가 다시 정한다.  </a:t>
            </a:r>
            <a:pPr indent="0" marL="0"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내용은 당사자 화면에 바로 뜨고, 왜 바꿨는지가 같이 남는다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않는 것: 근무표 만들기 · 병원 전산(EMR) 연동 · 실제 환자정보 · 의학적 판단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무엇을 만들었나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무엇을 만들었나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교대로 일하는 병동의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간호사와 수간호사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232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32232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언제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32232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교대할 때 인계를 주고받을 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빠져서 배정을 다시 짤 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09600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무엇이 불편했나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인계를 누가 받았는지 남는 기록이 없다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배정이 바뀌면 여기저기 다시 알려야 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45720" cy="932688"/>
          </a:xfrm>
          <a:prstGeom prst="rect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68096" y="2331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누가 무엇을 맡았고, 무엇을 주고받았는지가 남는다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2679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근무표는 오늘 누가 나오는지까지만 말합니다. 그 다음 칸, 누가 인계를 맡았고 누가 받아서 확인했는지는 비어 있습니다. 그 한 칸을 붙였습니다.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772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하지 않은 것   </a:t>
            </a:r>
            <a:pPr indent="0" marL="0"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 자동 생성, 병원 전산(EMR) 연동, 실제 환자정보, 의학적 판단이나 추천, 교육·급여·알람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누가 쓰고, 어디까지 보나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누가 쓰나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두 사람. 다른 병동 사람은 못 들어온다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4023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쓰는 사람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볼 수 있는 것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하는 일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수간호사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자기가 맡은 병동 전체 [C]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근무표 등록, 그날 역할과 인계 담당 정하기, 인계 항목 정하기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 생기면 다시 배정, 바뀐 내역 보기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간호사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근무와 역할, 우리 팀 환자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맡은 인계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 확인. 차지면 인계 쓰기, 받고 확인하기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액팅이면 우리 팀 인계 읽기. 내가 주고받은 인계 보기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867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다른 병동 사람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아무것도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막는다. "없는 것처럼"이 아니라 "권한이 없다"고 답한다(403)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누가 쓰고, 어디까지 보나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017520"/>
                <a:gridCol w="2103120"/>
                <a:gridCol w="77724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ID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하는 일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누가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막힐 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확정된 근무표 등록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 없음 403, 같은 사람 중복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그날 역할과 인계 담당 정하기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403, 409, 입력 모자람 422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근무·역할·바뀐 내용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남의 배정 조회는 403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F-04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인계 쓰기, 받은 사람이 요약해 확인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차지가 쓰고, 다음 차지가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액팅은 읽기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9, 10, 11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당사자 아님 403, 필수·요약 미입력 422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재확인·퇴원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F-05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결원 등록, 다시 배정, 완료 확인과 이력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6, 7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없이 완료 422, 재확인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병동 인계 항목 정하기 (F-04 가 쓰는 양식)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간호사가 고치려 하면 403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F-04 가 첫 번째 불편, F-05 가 두 번째 불편. 나머지 넷은 그 둘이 서려면 있어야 하는 기반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화면 흐름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화면 흐름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로그인에서 두 갈래. 실선은 화면 이동, 점선은 데이터가 넘어가는 길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ui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713" y="1152144"/>
            <a:ext cx="4810575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11개가 전부 이 그림 안에 있다. 점선 네 개가 수간호사와 간호사를 잇는다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인계 쓰기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필수 항목이 비면 넘길 수 없다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9_handover_write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357" y="1152144"/>
            <a:ext cx="3416599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4357" y="1152144"/>
            <a:ext cx="3416599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110197" y="1955562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110197" y="195556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0086" y="1531031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820086" y="15310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5377" y="418854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35377" y="418854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80026" y="2025118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880026" y="20251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작성을 시작하면 병동 양식을 그대로 복사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양식이 바뀌어도 이미 쓴 인계는 안 바뀐다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필수 항목이 비어 있으면 넘길 수 없다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항목이 비었는지 이름까지 알려준다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/handovers/{id}/send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넘기면 '작성 중'에서 '전달됨'으로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받을 사람은 서버가 고른다. 같은 환자의 다음 근무 담당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/handovers/{id}/items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입력한 내용은 임시저장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넘긴 뒤에는 못 고친다(409)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받을 사람을 요청에서 안 받는 이유: 받으면 아무 근무로나 인계를 보낼 수 있게 된다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인계 받기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요약을 써야 확인이 된다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10_handover_receive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881" y="1152144"/>
            <a:ext cx="3451551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6881" y="1152144"/>
            <a:ext cx="3451551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214221" y="1591621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214221" y="159162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69933" y="367057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869933" y="367057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69238" y="4176990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69238" y="417699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09379" y="4012224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809379" y="401222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지금 상태는 '확인 대기'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중, 전달됨, 확인됨 순서로만 간다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/handovers/{id}/receipt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받은 사람이 자기 말로 쓴 요약이 여기 저장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칸이 이 서비스의 핵심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/…/receipt/confirmation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처리. 이때 '확인됨'이 된다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보낸 사람 화면에 이 요약이 되돌아간다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· 403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요약이 없으면 확인되지 않는다(422)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환자를 맡은 사람이 아니면 403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들어오는 순간 '열어봤다'는 시각이 따로 남는다. 조회와 분리했다. 수간호사가 봐도 수신 기록이 되면 안 되니까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결원 재배정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사람이 판단하는 자리와 시스템이 막는 자리를 나눴다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6_reassign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178" y="1152144"/>
            <a:ext cx="3572956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76178" y="1152144"/>
            <a:ext cx="3572956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72191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772191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89290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489290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3881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203881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68619" y="2249625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968619" y="224962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/…/absence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결원 등록. 사유를 사람이 쓰는 유일한 자리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세 기록은 이 사유를 그대로 복사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/…/substitute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 대신 설지 정한다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체크해 두면 결원자의 역할(차지)도 같이 넘어간다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/…/handover-transfer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맡고 있던 인계를 넘긴다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인계는 안 지운다. '대체됨'으로 두고 새 인계를 발행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대체자 없이 '완료'라고 적을 수 없다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완료는 자동 판정이 아니라 사람의 확인 기록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목록은 "이 사람 이름으로 남은 인계 N건". 시스템이 막지 않기로 한 것을 화면이 대신 보여준다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핵심 데이터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인계 한 건이 만들어져 확인되기까지 거치는 표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erd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2144"/>
            <a:ext cx="2789190" cy="35341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30438" y="1188720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근무, 담당, 인계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근무에서 이 환자의 인계를 맡는다"를 한 줄로. 사람이 아니라 근무에 붙는다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30438" y="2035683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630438" y="2072259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받았다는 기록을 따로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열어본 시각, 자기 말로 쓴 요약, 확인한 시각. 이 셋이 첫 번째 불편의 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30438" y="2919222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30438" y="2955798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항목은 복사본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병동 양식을 고쳐도 이미 쓴 인계는 그대로. 지난 기록이 나중에 바뀌면 안 된다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30438" y="3802761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630438" y="3839337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지우지 않는다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담당이 바뀌면 옛 줄을 '이관됨'으로 남기고 새 줄을 만든다. 누가 언제 맡았는지가 기록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PK·FK 와 관계(1:N, 1:1)는 그림에, 속성 타입·unique·not null 같은 제약조건은 DBML 에. 수신 기록은 인계당 1건(unique)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전체 12개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자세히 읽는 그림이 아니라 얼마나 나뉘어 있는지 보는 지도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e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4277"/>
            <a:ext cx="8046720" cy="18304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테이블, 7 Enum, 외래키 23. 여러 대 여러로 얽히는 관계는 '인계 담당' 하나로 풀었다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API 명세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24개, 주소 21개, 명세 오류 0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swagg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5140" y="1152144"/>
            <a:ext cx="3093720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응답 봉투·오류 형식·스키마 24개를 components 에 두고 $ref 로 164회 재사용했다. 로그인·인증은 병원 시스템 몫이라 명세에 없다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API 24개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화면에서 보이던 주소가 그대로 명세의 주소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391363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478024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메서드와 주소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무엇을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3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 목록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3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 등록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/wards/{id}/assignment-board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배정 보드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/shift-assignments/{id}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 지정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담당 지정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조회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PUT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교체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/…/reassignment-context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재배정 진입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/…/absence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 등록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/…/substitute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배정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/…/handover-transfer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담당 이관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/…/coverage-confirmation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완료 확인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170432"/>
          <a:ext cx="391363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478024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메서드와 주소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무엇을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7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/wards/{id}/reassignment-logs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바뀐 내역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8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/me/shifts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근무, 우리 팀 환자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11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인계 이력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작성 시작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9·10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/handovers/{id}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상세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임시저장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/handovers/{id}/send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넘기기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열람 기록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 저장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/…/receipt/confirmation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처리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2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미확인 목록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2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/wards/{id}/dashboard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대시보드 집계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11개의 동작 25가지를 먼저 세고, 겹치는 것(역할 지정은 배정 화면과 재배정 화면이 같이 쓴다)을 빼서 24개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일부러 요청에서 안 받는 값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Path·Query·Body 중, 화면이 정하게 두면 깨지는 것들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값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왜 서버가 정하나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인계를 받을 사람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화면이 정하게 두면 아무 근무로나 인계를 보낼 수 있다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환자의 다음 근무 담당을 서버가 고른다. 없으면 막는다(422)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결원 사유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사람이 쓰는 자리는 결원 등록 하나뿐. 나머지 기록은 복사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사유가 서로 달라지면 한 사건의 이력을 이어서 읽을 수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화면 버튼 판정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쓰기, 확인, 읽기 중 무엇을 보여줄지를 서버가 정해서 내려준다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화면마다 따로 판단하면 규칙이 흩어진다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Users/hwangjaewon/skala-workspace/skala-webservice-mini/assets/swagger_hand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70432"/>
            <a:ext cx="274320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1170432"/>
            <a:ext cx="2743200" cy="26517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85216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작성 요청. 받을 사람 칸이 없다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요청에 넣는 번호는 반드시 어떤 조회 API 가 돌려준 값이어야 한다. 이 규칙이 없어 생긴 구멍을 검증 단계에서 찾았다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막을 때 주는 답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막는 이유가 다르면 답도 달라야 한다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답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뜻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 서비스에서는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926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401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로그인 안 됨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요청의 기본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B9772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403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있긴 한데 당신은 못 본다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병동, 내 인계가 아님, 액팅이 쓰려고 할 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결원으로 등록된 사람이 받으려 할 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926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404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그런 건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없는 번호. 다른 병동을 404 로 숨기지 않았다. 둘을 섞지 않는다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409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지금 상태에서는 그 일을 할 수 없다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확인된 인계를 또 확인, 대체된 인계를 고치기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퇴원한 환자에게 새 인계, 같은 사람을 같은 근무에 두 번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422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보낸 내용이 모자라다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항목이 비었음, 요약을 안 썼음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없이 완료 확인, 다음 근무 담당이 아직 없음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형식이 깨진 요청(400)은 프레임워크 기본 처리이고, 명세는 뜻이 모자란 요청을 422 로 통일했다. 인계 상태는 작성 중, 전달됨, 확인됨 순서로만 간다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못 한 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365760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병원 전산(EMR)과 연결이 없다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의무기록은 병원 전산이 맡고, 이 설계는 인계 메모만. 실제로 대체되는지는 아직 확인 전이라 같이 쓰면 두 번 입력하게 된다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29868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00400" y="1229868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29868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요약을 성의 있게 썼는지는 못 본다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칸이 비었는지만 검사. 한 글자만 적어도 '확인됨'이 된다. 남기는 건 "누가 언제 자기 말로 적었는가"까지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9397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00400" y="2093976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093976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차지가 인계를 안 써도 못 막는다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액팅이 "이건 적어 주세요"라고 한 걸 반영했는지 이력으로 남기는 건 범위 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958084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200400" y="2958084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958084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확인해 준 분이 한 명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 화면은 한 분께 확인받았고, 수간호사 화면은 아직 가설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2219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200400" y="3822192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67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22192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답변(참여자가 가장 먼저 요청한 것), 접근 기록, 팀원 명단, 역할 교환 이력. 누가 뭘 열어봤는지 남기는 기록이 없고, 같은 근무 팀원이 "오늘 우리 팀 차지가 누구인지" 보는 화면도 없다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써 본 사람의 말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현직 간호사 1명이 데모를 직접 써 봤다. 대면, 편의표본, 과제 형식은 아님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365760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365760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화면은 설명 없이 읽혔다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"한눈에 인계를 확인할 수 있어서 좋았다" [C]. 간호사 화면 = 확인 1명. 수간호사 화면은 여전히 가설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7866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200400" y="1178662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178662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현장 규칙 세 개가 설계와 맞았다 [C]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인계는 차지가 쓰고 액팅은 건드리지 않는다. 작성한 본인만, 넘기기 전까지만 고친다, 수간호사도 예외 없음 → 우리 403·409 그대로. 지운 기록이 문제 된 적이 있다(차지가 "필요 없겠다" 싶어 지운 기록이 나중에 중요했다) → 우리 설계엔 지우는 동작이 없고 지난 인계는 남는다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91563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200400" y="1991563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1991563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설계와 다른 점 하나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현장은 같은 병동이면 인계 열람에 권한이 없다. 우리는 같은 팀·같은 근무로 좁혔다. 넓히는 건 판정 조건 한 줄이고 데이터 구조는 그대로. 보완으로 둔다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04465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200400" y="2804465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804465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이중 작성은 지금도 있다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EMR 에 적은 걸 카덱스에 또 적는 건 당연한 일로 여긴다. "카덱스 대신 통합적으로 작용한다면 쓰겠다". 이중 입력 우려는 풀렸고, 대체는 "통합"이 조건인 긍정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61736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200400" y="3617366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617366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먼저 요청한 것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인계해 준 사람에게 질문을 보내고, 알림이 가고, 답이 돌아오는 것. 데이터 모델에 "③ closed-loop, 범위 밖"으로 적어 둔 그 자리. 다음 순서 1번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참여자는 이렇게 말했다. "간호사들은 이렇다"가 아니다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어떻게 확인했나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1명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 1회 + 대면 세션 1회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종합병원 병동 한 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데모를 직접 써 보게 했다 [C]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32232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2232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리뷰 라운드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2232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AI 리뷰와 자체 점검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사실이 아닌 걸로 밝혀진 가정 네 개를 기록으로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600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600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50/50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실제로 돌려봄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 데모로 규칙을 전부 실행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받는 값과 명세가 어긋나는 곳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45720" cy="1188720"/>
          </a:xfrm>
          <a:prstGeom prst="rect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68096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국내 종합병원 병동 한 곳의 운영 방식을 기준으로 설계했습니다. 현직 간호사 한 분께 확인했고, 병동마다 운영이 다르다는 것도 같은 분께 들었습니다.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2826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의무기록은 병원 전산이 맡습니다. 인계 메모는 그와 따로 관리됩니다. 이 서비스는 그 인계 메모를 맡아서, 누가 썼고 누가 받아 확인했고 무엇이 바뀌었는지를 남깁니다.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근무표가 끝나는 지점에서 시작한다. 누가 인계를 맡았고, 누가 받아 확인했는지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ln w="31750">
            <a:solidFill>
              <a:srgbClr val="1F8A7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7474" y="1737360"/>
            <a:ext cx="640080" cy="640080"/>
          </a:xfrm>
          <a:prstGeom prst="ellipse">
            <a:avLst/>
          </a:prstGeom>
          <a:ln w="31750">
            <a:solidFill>
              <a:srgbClr val="B9772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SKALA 10반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너와 나의 인계고리 — 프로젝트 기술서</dc:title>
  <dc:subject>PptxGenJS Presentation</dc:subject>
  <dc:creator>황재원</dc:creator>
  <cp:lastModifiedBy>황재원</cp:lastModifiedBy>
  <cp:revision>1</cp:revision>
  <dcterms:created xsi:type="dcterms:W3CDTF">2026-09-16T23:54:37Z</dcterms:created>
  <dcterms:modified xsi:type="dcterms:W3CDTF">2026-09-16T23:54:37Z</dcterms:modified>
</cp:coreProperties>
</file>