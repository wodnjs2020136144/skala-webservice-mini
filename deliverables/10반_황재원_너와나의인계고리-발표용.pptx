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3324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간호사 교대근무 인계·배정 웹서비스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38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38" name="Text 36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2" name="Text 40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근무표가 끝나는 지점에서 시작한다.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2026-09-17T00:57:23Z</dcterms:created>
  <dcterms:modified xsi:type="dcterms:W3CDTF">2026-09-17T00:57:23Z</dcterms:modified>
</cp:coreProperties>
</file>