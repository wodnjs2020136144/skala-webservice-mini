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6" r:id="rId6"/>
    <p:sldId id="268" r:id="rId7"/>
    <p:sldId id="269" r:id="rId8"/>
    <p:sldId id="274" r:id="rId9"/>
    <p:sldId id="275" r:id="rId10"/>
    <p:sldId id="276" r:id="rId11"/>
    <p:sldId id="281" r:id="rId12"/>
    <p:sldId id="282" r:id="rId13"/>
    <p:sldId id="286" r:id="rId14"/>
    <p:sldId id="287" r:id="rId15"/>
    <p:sldId id="288" r:id="rId16"/>
    <p:sldId id="289" r:id="rId17"/>
    <p:sldId id="291" r:id="rId18"/>
    <p:sldId id="292" r:id="rId19"/>
    <p:sldId id="294" r:id="rId20"/>
    <p:sldId id="29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7555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V1 답과 인계 기록 규칙 3개가 여기서 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817474" y="141732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kern="0" spc="-1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 교대근무 인계·배정 웹서비스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8A7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200400"/>
            <a:ext cx="8046720" cy="658368"/>
          </a:xfrm>
          <a:prstGeom prst="rect">
            <a:avLst/>
          </a:prstGeom>
          <a:solidFill>
            <a:srgbClr val="F8EE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kern="0" spc="-3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772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25420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8A867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3505962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9_handover_writ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10_handover_receiv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6_reassign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erd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erd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24개, 주소 21개, 명세 오류 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  <p:pic>
        <p:nvPicPr>
          <p:cNvPr id="9" name="Image 0" descr="/Users/hwangjaewon/skala-workspace/skala-webservice-mini/assets/swagger_full.png">
            <a:extLst>
              <a:ext uri="{FF2B5EF4-FFF2-40B4-BE49-F238E27FC236}">
                <a16:creationId xmlns:a16="http://schemas.microsoft.com/office/drawing/2014/main" id="{4B7E2B6F-DE6F-838B-6CB1-9FD337484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28270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258318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267919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5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B9772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실제로 대체되는지는 아직 확인 전이라 같이 쓰면 두 번 입력하게 된다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A867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현직 간호사 1명이 데모를 직접 써 봤다. 대면, 편의표본, 과제 형식은 아님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화면은 설명 없이 읽혔다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"한눈에 인계를 확인할 수 있어서 좋았다" [C]. 간호사 화면 = 확인 1명. 수간호사 화면은 여전히 가설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현장 규칙 세 개가 설계와 맞았다 [C]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차지가 쓰고 액팅은 건드리지 않는다. 작성한 본인만, 넘기기 전까지만 고친다, 수간호사도 예외 없음 → 우리 403·409 그대로. 지운 기록이 문제 된 적이 있다(차지가 "필요 없겠다" 싶어 지운 기록이 나중에 중요했다) → 우리 설계엔 지우는 동작이 없고 지난 인계는 남는다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설계와 다른 점 하나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현장은 같은 병동이면 인계 열람에 권한이 없다. 우리는 같은 팀·같은 근무로 좁혔다. 넓히는 건 판정 조건 한 줄이고 데이터 구조는 그대로. 보완으로 둔다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이중 작성은 지금도 있다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EMR 에 적은 걸 카덱스에 또 적는 건 당연한 일로 여긴다. "카덱스 대신 통합적으로 작용한다면 쓰겠다". 이중 입력 우려는 풀렸고, 대체는 "통합"이 조건인 긍정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먼저 요청한 것
</a:t>
            </a: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인계해 준 사람에게 질문을 보내고, 알림이 가고, 답이 돌아오는 것. 데이터 모델에 "③ closed-loop, 범위 밖"으로 적어 둔 그 자리. 다음 순서 1번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참여자는 이렇게 말했다. "간호사들은 이렇다"가 아니다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kern="0" spc="-10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2556</Words>
  <Application>Microsoft Macintosh PowerPoint</Application>
  <PresentationFormat>화면 슬라이드 쇼(16:9)</PresentationFormat>
  <Paragraphs>408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Pretendard</vt:lpstr>
      <vt:lpstr>Pretendard ExtraBold</vt:lpstr>
      <vt:lpstr>Pretendard Light</vt:lpstr>
      <vt:lpstr>Pretendard Medium</vt:lpstr>
      <vt:lpstr>Pretendard SemiBold</vt:lpstr>
      <vt:lpstr>Arial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2</cp:revision>
  <dcterms:created xsi:type="dcterms:W3CDTF">2026-09-16T23:54:37Z</dcterms:created>
  <dcterms:modified xsi:type="dcterms:W3CDTF">2026-09-17T00:04:47Z</dcterms:modified>
</cp:coreProperties>
</file>