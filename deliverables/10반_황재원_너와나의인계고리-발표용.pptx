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13"/>
    <p:restoredTop sz="94610"/>
  </p:normalViewPr>
  <p:slideViewPr>
    <p:cSldViewPr snapToGrid="0" snapToObjects="1">
      <p:cViewPr>
        <p:scale>
          <a:sx n="169" d="100"/>
          <a:sy n="169" d="100"/>
        </p:scale>
        <p:origin x="984" y="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9441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제목은 너와 나의 인계고리입니다.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간호사는 하루에 세 번 교대를 합니다. 나가는 사람이 들어오는 사람에게 환자 상태를 넘기는 걸 인계라고 하고, 차지 간호사가 다음 차지에게 전달합니다. 현직 간호사 한 분께 들은 문제는 둘입니다. 넘겼다는 기록은 전산에 남지만 받았다는 기록은 안 남습니다. 한밤중에 메신저로 인계에서 오해한 부분을 다시 물어보는 걸 많이 봤습니다. 그리고 결원이 생기면 수간호사가 일일이 표를 고치고 메신저로 알립니다. 지금 배정이 뭔지, 왜 바뀐 건지는 안 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수간호사가 누가 어느 환자의 인계를 맡을지 정합니다. 차지는 병동이 정한 항목을 작성하고 넘깁니다. 다음 차지는 자기만의 언어로 정리하고, 확인했다는 기록이 남습니다. 결원이 생기면 다시 1로 돌아갑니다.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줄로 하면 누가 뭘 맡았고 뭘 주고받았는지 기록이 남는 서비스입니다. 근무표의 그 다음 칸을 붙였습니다.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액터는 둘입니다. 수간호사는 병동 전체를 보고 근무표, 역할, 인계 담당을 정하고 결원이면 재배정합니다. 간호사는 내 근무와 우리 팀 환자, 내가 맡은 인계만 봅니다. 다른 병동 사람은 아무것도 못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기능은 6개인데 핵심은 둘입니다. F-04가 첫 번째 불편, F-05가 두 번째 불편에 대한 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로그인에서 두 갈래, 왼쪽이 수간호사, 오른쪽이 간호사입니다. 실선은 화면 이동, 점선은 데이터가 넘어가는 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화면들은 실제로 도는 데모를 찍은 캡처입니다. 가상 데이터입니다.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하나로 내 근무와 역할, 우리 팀 환자를 한 번에 가져옵니다. 나에게 온 인계와 내가 넘길 인계가 한 화면에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병동 양식이 그대로 복사됩니다. 필수 항목이 비면 넘길 수 없고, 넘기면 전달됨이 되고 고칠 수 없습니다. 받을 사람은 요청에 없습니다. 서버가 다음 근무 담당을 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들어오는 순간 열어봤다는 시점이 기록됩니다. 받은 사람은 자기 말로 요약을 쓰고 확인 처리합니다. 요약이 없으면 확인이 안 됩니다. 이게 받았다는 기록입니다.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4단계입니다. 결원 등록, 대체자 배정, 인계 담당 이관, 대체 완료 확인. 사유는 한 번만 쓰고 나머지는 서버가 복사합니다.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수간호사 첫 화면에선 병동의 현 상황을 파악할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간호사마다 차지, 서브차지, 액팅을 고르고 어느 입원 건의 인계를 맡을지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나머지 화면들입니다.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뭘 바꾸고 썼는지 모든 기록이 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한 건은 이 여섯 개만 따라가면 됩니다. 인계 담당은 사람이 아니라 근무에 붙습니다. 인계도 사람 사이가 아니라 담당 사이에서 흐릅니다. 받았다는 기록은 따로 뒀습니다. 인계 항목은 복사본이라 양식을 고쳐도 지난 기록이 안 바뀝니다. 담당이 바뀌어도 이전 기록을 지우지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12개 테이블, 7개 enum 전체입니다. 조직과 사람, 근무·환자·담당, 인계 세 묶음이라는 것만 알고 넘기겠습니다.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OpenAPI로 24개입니다. 화면 11개의 동작을 먼저 세고 겹치는 걸 빼서 24개. 공통 스키마는 components에 두고 $ref로 재사용했습니다.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DELETE가 없습니다. 지울 사건이 없어서입니다. 결원, 이관, 대체, 퇴원 전부 상태로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화면이 정하게 두면 깨지는 값들은 body에서 일부러 뺐습니다. 규칙을 한 곳에 두기 위해서입니다.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막는 이유가 다르면 답도 달라야 합니다. 403은 권한, 409는 지금 상태에선 안 된다, 422는 보낸 내용이 모자라다. 섞지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의무기록은 병원 전산 EMR이 맡고, 제 설계는 인계 메모만 맡습니다. 현장의 카덱스와 통합된다면 쓰겠다는 조건부 의견을 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현직 간호사 한 분이 데모를 직접 썼습니다. 한눈에 확인돼서 좋았다, 가장 먼저 원한 건 질문 기능. 작성자만 고친다는 현장 규칙은 설계와 맞았습니다.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국내 종합병원 한 병동 기준. 인터뷰 한 번, 세션 한 번, 리뷰 32라운드. 데모로 돌려 어긋난 곳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근무표가 끝나는 지점에서 시작한다.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7175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kern="0" spc="-16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3324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간호사 교대근무 인계·배정 웹서비스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0364CE56-A7FD-76C6-2E8B-0C3F3CA76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67359"/>
            <a:ext cx="2624309" cy="17495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C24A3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880360" y="13807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-3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27" name="Shape 25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-3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33" name="Shape 31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-3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8640" y="3273552"/>
            <a:ext cx="45720" cy="51206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kern="0" spc="-3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254203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3505962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8" name="Text 3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ui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화면들을 읽는 법</a:t>
            </a:r>
            <a:endParaRPr lang="en-US" sz="2500" dirty="0"/>
          </a:p>
        </p:txBody>
      </p:sp>
      <p:sp>
        <p:nvSpPr>
          <p:cNvPr id="36" name="Shape 34"/>
          <p:cNvSpPr/>
          <p:nvPr/>
        </p:nvSpPr>
        <p:spPr>
          <a:xfrm>
            <a:off x="640080" y="1490472"/>
            <a:ext cx="274320" cy="274320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133856" y="11887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원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194560" y="11887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40080" y="2404872"/>
            <a:ext cx="274320" cy="274320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33856" y="21031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검은 원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194560" y="21031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40080" y="3319272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133856" y="30175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테두리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2194560" y="30175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첫 화면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근무, 우리 팀 환자, 받은 인계와 보낼 인계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8_myshift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823058" y="152217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823058" y="15221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3064459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064459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597554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597554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616806" y="2326843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616806" y="23268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내 근무와 역할, 우리 팀 환자를 한 번에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왼쪽은 앞 근무에서 나에게 온 인계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오른쪽은 내가 다음 근무로 넘길 인계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인계 작성 화면으로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9_handover_writ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10_handover_receiv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6_reassign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첫 화면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숫자를 누르면 그 숫자의 근거로 내려간다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2_dashboard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51" y="1152144"/>
            <a:ext cx="4522209" cy="33147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01551" y="1152144"/>
            <a:ext cx="452220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481420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481420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389035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389035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293477" y="160540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293477" y="160540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201092" y="1608582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201092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오늘 누가 나오는지. 누르면 명단이 펼쳐진다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무엇을 맡았는지, 역할별로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아직 확인 안 된 인계. 누르면 어느 건인지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목록은 접지 않고 항상 보인다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63" name="Text 6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역할과 인계 담당 정하기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환자는 팀이 같이 본다. 여기서 정하는 건 인계를 맡을 사람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4_assignment_board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78001" y="173339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378001" y="17333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896819" y="213238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896819" y="21323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735019" y="212902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735019" y="212902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5870448" y="11887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역할은 고르는 즉시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5577840" y="23484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23484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22936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 근무에서 누가 어느 입원 건의 인계를 맡을지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5577840" y="34533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34533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33985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담당을 더한다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1</a:t>
            </a:r>
            <a:endParaRPr lang="en-US" sz="2500" dirty="0"/>
          </a:p>
        </p:txBody>
      </p:sp>
      <p:pic>
        <p:nvPicPr>
          <p:cNvPr id="36" name="Image 0" descr="/Users/hwangjaewon/skala-workspace/skala-webservice-mini/assets/1_login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60398"/>
            <a:ext cx="2535936" cy="158496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48640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
</a:t>
            </a: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39" name="Image 1" descr="/Users/hwangjaewon/skala-workspace/skala-webservice-mini/assets/3_shift_register_mana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근무표 등록
</a:t>
            </a: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42" name="Image 2" descr="/Users/hwangjaewon/skala-workspace/skala-webservice-mini/assets/5_handover_template_mana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9424" y="1636040"/>
            <a:ext cx="2535936" cy="1633677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6059424" y="1636040"/>
            <a:ext cx="2535936" cy="1633677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 정하기
</a:t>
            </a: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46" name="Text 4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2</a:t>
            </a:r>
            <a:endParaRPr lang="en-US" sz="2500" dirty="0"/>
          </a:p>
        </p:txBody>
      </p:sp>
      <p:pic>
        <p:nvPicPr>
          <p:cNvPr id="36" name="Image 0" descr="/Users/hwangjaewon/skala-workspace/skala-webservice-mini/assets/7_change_history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62562"/>
            <a:ext cx="2535936" cy="2780632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48640" y="1062562"/>
            <a:ext cx="2535936" cy="2780632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바뀐 내역
</a:t>
            </a: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39" name="Image 1" descr="/Users/hwangjaewon/skala-workspace/skala-webservice-mini/assets/11_handover_history_n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인계 이력
</a:t>
            </a: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42" name="Image 2" descr="/Users/hwangjaewon/skala-workspace/skala-webservice-mini/assets/8_myshift_nurse_sta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9424" y="1572864"/>
            <a:ext cx="2535936" cy="1760029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6059424" y="1572864"/>
            <a:ext cx="2535936" cy="1760029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비어 있을 때
</a:t>
            </a: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46" name="Text 4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erd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80809"/>
            <a:ext cx="2789190" cy="3534156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erd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 전부. 주소 21개, 명세 오류 0</a:t>
            </a:r>
            <a:endParaRPr lang="en-US" sz="1200" dirty="0"/>
          </a:p>
        </p:txBody>
      </p:sp>
      <p:pic>
        <p:nvPicPr>
          <p:cNvPr id="37" name="Image 0" descr="/Users/hwangjaewon/skala-workspace/skala-webservice-mini/assets/swagger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295" y="1152144"/>
            <a:ext cx="5393410" cy="331470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282702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258318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0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267919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8" name="Image 0" descr="/Users/hwangjaewon/skala-workspace/skala-webservice-mini/assets/swagger_hand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3241547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9" name="Text 3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2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카덱스를 대체하는지는 "통합적으로 작용한다면"이 조건인 긍정 [C]. 통합이 안 되면 병행이고 두 번 입력하게 된다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3792475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말한 그대로 옮겼다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 rot="-90000">
            <a:off x="548640" y="1207008"/>
            <a:ext cx="4754880" cy="2743200"/>
          </a:xfrm>
          <a:prstGeom prst="rect">
            <a:avLst/>
          </a:prstGeom>
          <a:solidFill>
            <a:srgbClr val="FFF3B3"/>
          </a:solidFill>
          <a:ln/>
        </p:spPr>
      </p:sp>
      <p:sp>
        <p:nvSpPr>
          <p:cNvPr id="38" name="Text 36"/>
          <p:cNvSpPr txBox="1"/>
          <p:nvPr/>
        </p:nvSpPr>
        <p:spPr>
          <a:xfrm rot="-90000">
            <a:off x="777240" y="1344168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UI는 불편함 없이 오히려 한눈에 인계를 확인할 수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있어서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좋았</a:t>
            </a:r>
            <a:r>
              <a:rPr lang="ko-KR" alt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어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. 다만 꼭 있으면 좋겠는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기능이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있</a:t>
            </a:r>
            <a:r>
              <a:rPr lang="ko-KR" alt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는데</a:t>
            </a:r>
            <a:r>
              <a:rPr lang="en-US" altLang="ko-KR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..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. 인계 해준 사람한테 질문을 할 수 있는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기능을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추가</a:t>
            </a:r>
            <a:r>
              <a:rPr lang="ko-KR" alt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해줘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. 수간호사한테 결원 배정을 쉽게 할 수 있는 기능도 너무 도움이 될 것 같아. 옆에서 지켜봤을 때, 근무표 만드는 것도 힘들어 보이긴 했지만 그것보다 심사과에서 심사하러 올 때 잘보여야 되는데 처방 누락건이 종종 있어서 이거에 대하여 누락건 잡아내는 시스템이 있으면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너무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 </a:t>
            </a:r>
            <a:r>
              <a:rPr 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좋겠</a:t>
            </a:r>
            <a:r>
              <a:rPr lang="ko-KR" altLang="en-US" sz="1850" dirty="0" err="1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엉</a:t>
            </a: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.</a:t>
            </a:r>
            <a:endParaRPr lang="en-US" sz="1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0" y="1207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기록에 대해 더 들은 것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1591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인계 기록은 같은 병동이면 열람 자체는 권한이 필요 없다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0" y="20482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당연히 차지가 써야 하고, 액팅은 암묵적으로 건드리지 않는다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0" y="2505456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차지가 카덱스에서 "이거는 굳이 필요 없겠는데" 싶어 혼자 임의로 지운 기록이 나중에 알고 보니 진짜 중요한 기록이어서 문제가 된 적이 있었다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3255264"/>
            <a:ext cx="29260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인계 기록은 수간호사도 수정 없이, 오직 본인이 작성한 인계 기록만 수정 권한이 있으면 좋겠다. 시점상 인계를 넘기기 직전까지만 수정 가능하고, 넘기고 확인 후에는 본인도 수정·삭제 불가능한 게 올바르다고 동의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현직</a:t>
            </a: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간호사 1명 · 데모를 써 본 뒤 대면으로 · 편의표본 · </a:t>
            </a:r>
            <a:r>
              <a:rPr lang="en-US" sz="900" dirty="0" err="1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말한</a:t>
            </a: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900" dirty="0" err="1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</a:t>
            </a:r>
            <a:r>
              <a:rPr lang="en-US" sz="1000" dirty="0" err="1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보게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000" dirty="0" err="1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했다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42" name="Text 40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46" name="Text 44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kern="0" spc="-100" dirty="0">
                <a:solidFill>
                  <a:srgbClr val="2B333C"/>
                </a:solidFill>
                <a:latin typeface="Nanum Pen" pitchFamily="2" charset="-127"/>
                <a:ea typeface="Nanum Pen" pitchFamily="2" charset="-127"/>
                <a:cs typeface="Pretendard ExtraBold" pitchFamily="34" charset="-120"/>
              </a:rPr>
              <a:t>감사합니다</a:t>
            </a:r>
            <a:endParaRPr lang="en-US" sz="3400" dirty="0">
              <a:latin typeface="Nanum Pen" pitchFamily="2" charset="-127"/>
              <a:ea typeface="Nanum Pen" pitchFamily="2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364CE56-A7FD-76C6-2E8B-0C3F3CA76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62241"/>
            <a:ext cx="2624309" cy="17495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3462</Words>
  <Application>Microsoft Macintosh PowerPoint</Application>
  <PresentationFormat>화면 슬라이드 쇼(16:9)</PresentationFormat>
  <Paragraphs>654</Paragraphs>
  <Slides>26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5" baseType="lpstr">
      <vt:lpstr>Nanum Pen</vt:lpstr>
      <vt:lpstr>Pretendard</vt:lpstr>
      <vt:lpstr>Pretendard ExtraBold</vt:lpstr>
      <vt:lpstr>Pretendard Light</vt:lpstr>
      <vt:lpstr>Pretendard Medium</vt:lpstr>
      <vt:lpstr>Pretendard SemiBold</vt:lpstr>
      <vt:lpstr>Arial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5</cp:revision>
  <dcterms:created xsi:type="dcterms:W3CDTF">2026-09-17T02:32:56Z</dcterms:created>
  <dcterms:modified xsi:type="dcterms:W3CDTF">2026-09-17T02:51:05Z</dcterms:modified>
</cp:coreProperties>
</file>