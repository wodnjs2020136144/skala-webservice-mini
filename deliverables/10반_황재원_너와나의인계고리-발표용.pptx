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6" r:id="rId6"/>
    <p:sldId id="268" r:id="rId7"/>
    <p:sldId id="269" r:id="rId8"/>
    <p:sldId id="274" r:id="rId9"/>
    <p:sldId id="275" r:id="rId10"/>
    <p:sldId id="276" r:id="rId11"/>
    <p:sldId id="281" r:id="rId12"/>
    <p:sldId id="282" r:id="rId13"/>
    <p:sldId id="286" r:id="rId14"/>
    <p:sldId id="287" r:id="rId15"/>
    <p:sldId id="288" r:id="rId16"/>
    <p:sldId id="289" r:id="rId17"/>
    <p:sldId id="291" r:id="rId18"/>
    <p:sldId id="292" r:id="rId19"/>
    <p:sldId id="295" r:id="rId20"/>
    <p:sldId id="296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>
        <p:scale>
          <a:sx n="174" d="100"/>
          <a:sy n="174" d="100"/>
        </p:scale>
        <p:origin x="3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1195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kern="0" spc="-160" dirty="0">
                <a:solidFill>
                  <a:srgbClr val="2B333C"/>
                </a:solidFill>
                <a:latin typeface="Nanum Pen" pitchFamily="2" charset="-127"/>
                <a:ea typeface="Nanum Pen" pitchFamily="2" charset="-127"/>
                <a:cs typeface="Pretendard ExtraBold" pitchFamily="34" charset="-120"/>
              </a:rPr>
              <a:t>너와 나의 인계고리</a:t>
            </a:r>
            <a:endParaRPr lang="en-US" sz="4600" dirty="0">
              <a:latin typeface="Nanum Pen" pitchFamily="2" charset="-127"/>
              <a:ea typeface="Nanum Pen" pitchFamily="2" charset="-127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548640" y="3533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A6069"/>
                </a:solidFill>
                <a:latin typeface="Nanum Pen" pitchFamily="2" charset="-127"/>
                <a:ea typeface="Nanum Pen" pitchFamily="2" charset="-127"/>
                <a:cs typeface="Pretendard Light" pitchFamily="34" charset="-120"/>
              </a:rPr>
              <a:t>간호사 교대근무 인계·배정 웹서비스</a:t>
            </a:r>
            <a:endParaRPr lang="en-US" dirty="0">
              <a:latin typeface="Nanum Pen" pitchFamily="2" charset="-127"/>
              <a:ea typeface="Nanum Pen" pitchFamily="2" charset="-127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2880360" y="13075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24A31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인계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kern="0" spc="-3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25420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3505962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8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5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2"/>
          <p:cNvSpPr txBox="1"/>
          <p:nvPr/>
        </p:nvSpPr>
        <p:spPr>
          <a:xfrm>
            <a:off x="548640" y="45765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받을 사람을 요청에서 안 받는 이유: 받으면 아무 근무로나 인계를 보낼 수 있게 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8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5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2"/>
          <p:cNvSpPr txBox="1"/>
          <p:nvPr/>
        </p:nvSpPr>
        <p:spPr>
          <a:xfrm>
            <a:off x="548640" y="45765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8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5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swagger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2679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0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8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41547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kern="0" spc="-6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8" name="Text 46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9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kern="0" spc="-1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근무표가 끝나는 지점에서 시작한다.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2686</Words>
  <Application>Microsoft Macintosh PowerPoint</Application>
  <PresentationFormat>화면 슬라이드 쇼(16:9)</PresentationFormat>
  <Paragraphs>533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9" baseType="lpstr">
      <vt:lpstr>Nanum Pen</vt:lpstr>
      <vt:lpstr>Pretendard</vt:lpstr>
      <vt:lpstr>Pretendard ExtraBold</vt:lpstr>
      <vt:lpstr>Pretendard Light</vt:lpstr>
      <vt:lpstr>Pretendard Medium</vt:lpstr>
      <vt:lpstr>Pretendard SemiBold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4</cp:revision>
  <dcterms:created xsi:type="dcterms:W3CDTF">2026-09-17T00:38:27Z</dcterms:created>
  <dcterms:modified xsi:type="dcterms:W3CDTF">2026-09-17T00:51:56Z</dcterms:modified>
</cp:coreProperties>
</file>